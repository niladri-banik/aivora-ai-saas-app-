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Chakra Petch" panose="020B0604020202020204" charset="-34"/>
      <p:regular r:id="rId23"/>
      <p:bold r:id="rId24"/>
      <p:italic r:id="rId25"/>
      <p:boldItalic r:id="rId26"/>
    </p:embeddedFont>
    <p:embeddedFont>
      <p:font typeface="IBM Plex Sans" panose="020B0503050203000203" pitchFamily="34" charset="0"/>
      <p:regular r:id="rId27"/>
      <p:bold r:id="rId28"/>
      <p:italic r:id="rId29"/>
      <p:boldItalic r:id="rId30"/>
    </p:embeddedFont>
    <p:embeddedFont>
      <p:font typeface="IBM Plex Sans Medium" panose="020B0603050203000203" pitchFamily="34" charset="0"/>
      <p:regular r:id="rId31"/>
      <p:bold r:id="rId32"/>
      <p:italic r:id="rId33"/>
      <p:boldItalic r:id="rId34"/>
    </p:embeddedFont>
    <p:embeddedFont>
      <p:font typeface="IBM Plex Sans SemiBold" panose="020B0703050203000203" pitchFamily="34" charset="0"/>
      <p:regular r:id="rId35"/>
      <p:bold r:id="rId36"/>
      <p:italic r:id="rId37"/>
      <p:boldItalic r:id="rId38"/>
    </p:embeddedFont>
    <p:embeddedFont>
      <p:font typeface="Sora" panose="020B0604020202020204" charset="0"/>
      <p:regular r:id="rId39"/>
      <p:bold r:id="rId40"/>
    </p:embeddedFont>
    <p:embeddedFont>
      <p:font typeface="Sora ExtraLight" panose="020B0604020202020204" charset="0"/>
      <p:regular r:id="rId41"/>
      <p:bold r:id="rId42"/>
    </p:embeddedFont>
    <p:embeddedFont>
      <p:font typeface="Sora Light" panose="020B0604020202020204" charset="0"/>
      <p:regular r:id="rId43"/>
      <p:bold r:id="rId44"/>
    </p:embeddedFont>
    <p:embeddedFont>
      <p:font typeface="Sora Medium" panose="020B0604020202020204" charset="0"/>
      <p:regular r:id="rId45"/>
      <p:bold r:id="rId46"/>
    </p:embeddedFont>
    <p:embeddedFont>
      <p:font typeface="Sora SemiBold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7" name="Google Shape;8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7" name="Google Shape;8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3" name="Google Shape;9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4" name="Google Shape;9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1" name="Google Shape;9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8" name="Google Shape;96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4" name="Google Shape;9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0" name="Google Shape;9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6" name="Google Shape;9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0" name="Google Shape;10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9" name="Google Shape;10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8" name="Google Shape;10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4" name="Google Shape;24;p2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25" name="Google Shape;25;p2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0" name="Google Shape;30;p2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5" name="Google Shape;35;p2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36" name="Google Shape;36;p2"/>
          <p:cNvGrpSpPr/>
          <p:nvPr/>
        </p:nvGrpSpPr>
        <p:grpSpPr>
          <a:xfrm rot="5400000" flipH="1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37" name="Google Shape;37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8" name="Google Shape;38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9" name="Google Shape;3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4" name="Google Shape;44;p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5" name="Google Shape;45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" name="Google Shape;50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" name="Google Shape;51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" name="Google Shape;56;p2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" name="Google Shape;57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2" name="Google Shape;62;p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" name="Google Shape;63;p2"/>
          <p:cNvSpPr/>
          <p:nvPr/>
        </p:nvSpPr>
        <p:spPr>
          <a:xfrm>
            <a:off x="6255775" y="3774250"/>
            <a:ext cx="2888225" cy="1369250"/>
          </a:xfrm>
          <a:custGeom>
            <a:avLst/>
            <a:gdLst/>
            <a:ahLst/>
            <a:cxnLst/>
            <a:rect l="l" t="t" r="r" b="b"/>
            <a:pathLst>
              <a:path w="115529" h="54770" extrusionOk="0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" name="Google Shape;64;p2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name="adj1" fmla="val 5820070"/>
              <a:gd name="adj2" fmla="val 157845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6" name="Google Shape;66;p2"/>
          <p:cNvSpPr txBox="1">
            <a:spLocks noGrp="1"/>
          </p:cNvSpPr>
          <p:nvPr>
            <p:ph type="subTitle" idx="2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2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8" name="Google Shape;68;p2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2"/>
          <p:cNvSpPr txBox="1">
            <a:spLocks noGrp="1"/>
          </p:cNvSpPr>
          <p:nvPr>
            <p:ph type="subTitle" idx="4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0" name="Google Shape;70;p2"/>
          <p:cNvSpPr txBox="1">
            <a:spLocks noGrp="1"/>
          </p:cNvSpPr>
          <p:nvPr>
            <p:ph type="subTitle" idx="5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"/>
          <p:cNvSpPr txBox="1">
            <a:spLocks noGrp="1"/>
          </p:cNvSpPr>
          <p:nvPr>
            <p:ph type="subTitle" idx="6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2" name="Google Shape;72;p2"/>
          <p:cNvSpPr txBox="1">
            <a:spLocks noGrp="1"/>
          </p:cNvSpPr>
          <p:nvPr>
            <p:ph type="subTitle" idx="7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8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subTitle" idx="9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subTitle" idx="13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6" name="Google Shape;76;p2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8" name="Google Shape;78;p2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1_1_1_1_1_1_1_1_1_1_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" name="Google Shape;82;p3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3" name="Google Shape;83;p3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" name="Google Shape;89;p3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90" name="Google Shape;90;p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9" name="Google Shape;99;p3"/>
          <p:cNvSpPr/>
          <p:nvPr/>
        </p:nvSpPr>
        <p:spPr>
          <a:xfrm>
            <a:off x="5909401" y="-3350"/>
            <a:ext cx="3234589" cy="1736822"/>
          </a:xfrm>
          <a:custGeom>
            <a:avLst/>
            <a:gdLst/>
            <a:ahLst/>
            <a:cxnLst/>
            <a:rect l="l" t="t" r="r" b="b"/>
            <a:pathLst>
              <a:path w="263403" h="141435" extrusionOk="0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dist="19050" dir="5400000" algn="bl" rotWithShape="0">
              <a:schemeClr val="lt2">
                <a:alpha val="48627"/>
              </a:schemeClr>
            </a:outerShdw>
          </a:effectLst>
        </p:spPr>
      </p:sp>
      <p:sp>
        <p:nvSpPr>
          <p:cNvPr id="100" name="Google Shape;100;p3"/>
          <p:cNvSpPr/>
          <p:nvPr/>
        </p:nvSpPr>
        <p:spPr>
          <a:xfrm>
            <a:off x="8299949" y="73285"/>
            <a:ext cx="844041" cy="1631459"/>
          </a:xfrm>
          <a:custGeom>
            <a:avLst/>
            <a:gdLst/>
            <a:ahLst/>
            <a:cxnLst/>
            <a:rect l="l" t="t" r="r" b="b"/>
            <a:pathLst>
              <a:path w="68733" h="132855" extrusionOk="0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2">
  <p:cSld name="BLANK_1_1_1_1_1_1_1_2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5861425" y="3065475"/>
            <a:ext cx="3282600" cy="2078950"/>
          </a:xfrm>
          <a:custGeom>
            <a:avLst/>
            <a:gdLst/>
            <a:ahLst/>
            <a:cxnLst/>
            <a:rect l="l" t="t" r="r" b="b"/>
            <a:pathLst>
              <a:path w="131304" h="83158" extrusionOk="0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6818025" y="1675"/>
            <a:ext cx="2326300" cy="3183925"/>
          </a:xfrm>
          <a:custGeom>
            <a:avLst/>
            <a:gdLst/>
            <a:ahLst/>
            <a:cxnLst/>
            <a:rect l="l" t="t" r="r" b="b"/>
            <a:pathLst>
              <a:path w="93052" h="127357" extrusionOk="0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08" name="Google Shape;108;p4"/>
          <p:cNvGrpSpPr/>
          <p:nvPr/>
        </p:nvGrpSpPr>
        <p:grpSpPr>
          <a:xfrm>
            <a:off x="25" y="4625"/>
            <a:ext cx="2329792" cy="795413"/>
            <a:chOff x="21" y="-511"/>
            <a:chExt cx="2329792" cy="800617"/>
          </a:xfrm>
        </p:grpSpPr>
        <p:grpSp>
          <p:nvGrpSpPr>
            <p:cNvPr id="109" name="Google Shape;109;p4"/>
            <p:cNvGrpSpPr/>
            <p:nvPr/>
          </p:nvGrpSpPr>
          <p:grpSpPr>
            <a:xfrm rot="10800000" flipH="1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5" name="Google Shape;115;p4"/>
            <p:cNvGrpSpPr/>
            <p:nvPr/>
          </p:nvGrpSpPr>
          <p:grpSpPr>
            <a:xfrm rot="10800000" flipH="1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116" name="Google Shape;116;p4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21" name="Google Shape;121;p4"/>
            <p:cNvSpPr/>
            <p:nvPr/>
          </p:nvSpPr>
          <p:spPr>
            <a:xfrm rot="10800000" flipH="1">
              <a:off x="1927813" y="392406"/>
              <a:ext cx="402000" cy="40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4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name="adj1" fmla="val 2600939"/>
              <a:gd name="adj2" fmla="val 185611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4" name="Google Shape;124;p4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name="adj1" fmla="val 837048"/>
              <a:gd name="adj2" fmla="val 19665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1">
  <p:cSld name="BLANK_1_1_1_1_1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name="adj1" fmla="val 4346562"/>
              <a:gd name="adj2" fmla="val 1725432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" name="Google Shape;130;p5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name="adj1" fmla="val 3282930"/>
              <a:gd name="adj2" fmla="val 1474422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008850" y="3120100"/>
            <a:ext cx="3135148" cy="202339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9pPr>
          </a:lstStyle>
          <a:p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BLANK_1_1_1_1_1_1_1_1_1_1_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8210550" y="-7150"/>
            <a:ext cx="945375" cy="1453000"/>
          </a:xfrm>
          <a:custGeom>
            <a:avLst/>
            <a:gdLst/>
            <a:ahLst/>
            <a:cxnLst/>
            <a:rect l="l" t="t" r="r" b="b"/>
            <a:pathLst>
              <a:path w="37815" h="58120" extrusionOk="0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38" name="Google Shape;138;p6"/>
          <p:cNvSpPr/>
          <p:nvPr/>
        </p:nvSpPr>
        <p:spPr>
          <a:xfrm>
            <a:off x="4614025" y="-6850"/>
            <a:ext cx="3659250" cy="1404775"/>
          </a:xfrm>
          <a:custGeom>
            <a:avLst/>
            <a:gdLst/>
            <a:ahLst/>
            <a:cxnLst/>
            <a:rect l="l" t="t" r="r" b="b"/>
            <a:pathLst>
              <a:path w="146370" h="56191" extrusionOk="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140" name="Google Shape;140;p6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title" idx="3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42" name="Google Shape;142;p6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title" idx="5"/>
          </p:nvPr>
        </p:nvSpPr>
        <p:spPr>
          <a:xfrm>
            <a:off x="3890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title" idx="7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2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4000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grpSp>
        <p:nvGrpSpPr>
          <p:cNvPr id="155" name="Google Shape;155;p7"/>
          <p:cNvGrpSpPr/>
          <p:nvPr/>
        </p:nvGrpSpPr>
        <p:grpSpPr>
          <a:xfrm rot="10800000" flipH="1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156" name="Google Shape;156;p7"/>
            <p:cNvSpPr/>
            <p:nvPr/>
          </p:nvSpPr>
          <p:spPr>
            <a:xfrm>
              <a:off x="4306084" y="4485495"/>
              <a:ext cx="4837921" cy="658008"/>
            </a:xfrm>
            <a:custGeom>
              <a:avLst/>
              <a:gdLst/>
              <a:ahLst/>
              <a:cxnLst/>
              <a:rect l="l" t="t" r="r" b="b"/>
              <a:pathLst>
                <a:path w="89824" h="12217" fill="none" extrusionOk="0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306084" y="3738493"/>
              <a:ext cx="4837921" cy="747038"/>
            </a:xfrm>
            <a:custGeom>
              <a:avLst/>
              <a:gdLst/>
              <a:ahLst/>
              <a:cxnLst/>
              <a:rect l="l" t="t" r="r" b="b"/>
              <a:pathLst>
                <a:path w="89824" h="13870" fill="none" extrusionOk="0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4306084" y="2701610"/>
              <a:ext cx="4837921" cy="1036913"/>
            </a:xfrm>
            <a:custGeom>
              <a:avLst/>
              <a:gdLst/>
              <a:ahLst/>
              <a:cxnLst/>
              <a:rect l="l" t="t" r="r" b="b"/>
              <a:pathLst>
                <a:path w="89824" h="19252" fill="none" extrusionOk="0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9" name="Google Shape;159;p7"/>
          <p:cNvSpPr txBox="1">
            <a:spLocks noGrp="1"/>
          </p:cNvSpPr>
          <p:nvPr>
            <p:ph type="subTitle" idx="1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subTitle" idx="3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subTitle" idx="4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7"/>
          <p:cNvSpPr txBox="1">
            <a:spLocks noGrp="1"/>
          </p:cNvSpPr>
          <p:nvPr>
            <p:ph type="subTitle" idx="5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subTitle" idx="6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7"/>
          <p:cNvSpPr txBox="1">
            <a:spLocks noGrp="1"/>
          </p:cNvSpPr>
          <p:nvPr>
            <p:ph type="subTitle" idx="7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7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166" name="Google Shape;166;p7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avLst/>
              <a:gdLst/>
              <a:ahLst/>
              <a:cxnLst/>
              <a:rect l="l" t="t" r="r" b="b"/>
              <a:pathLst>
                <a:path w="409856" h="140705" extrusionOk="0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7" name="Google Shape;167;p7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avLst/>
              <a:gdLst/>
              <a:ahLst/>
              <a:cxnLst/>
              <a:rect l="l" t="t" r="r" b="b"/>
              <a:pathLst>
                <a:path w="31649" h="140700" extrusionOk="0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8" name="Google Shape;168;p7"/>
          <p:cNvSpPr txBox="1">
            <a:spLocks noGrp="1"/>
          </p:cNvSpPr>
          <p:nvPr>
            <p:ph type="title" idx="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 1">
  <p:cSld name="BLANK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8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71" name="Google Shape;171;p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72" name="Google Shape;172;p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9" name="Google Shape;179;p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1" name="Google Shape;181;p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2" name="Google Shape;182;p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" name="Google Shape;183;p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4" name="Google Shape;184;p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5" name="Google Shape;185;p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" name="Google Shape;186;p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" name="Google Shape;187;p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" name="Google Shape;188;p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9" name="Google Shape;189;p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90" name="Google Shape;190;p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91" name="Google Shape;191;p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2" name="Google Shape;192;p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3" name="Google Shape;193;p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4" name="Google Shape;194;p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96" name="Google Shape;196;p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97" name="Google Shape;197;p8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98" name="Google Shape;198;p8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99" name="Google Shape;199;p8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3" name="Google Shape;203;p8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8" name="Google Shape;208;p8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209" name="Google Shape;209;p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13" name="Google Shape;213;p8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6" name="Google Shape;216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18" name="Google Shape;218;p8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19" name="Google Shape;219;p8"/>
            <p:cNvSpPr/>
            <p:nvPr/>
          </p:nvSpPr>
          <p:spPr>
            <a:xfrm>
              <a:off x="1870575" y="-635"/>
              <a:ext cx="7300075" cy="4989625"/>
            </a:xfrm>
            <a:custGeom>
              <a:avLst/>
              <a:gdLst/>
              <a:ahLst/>
              <a:cxnLst/>
              <a:rect l="l" t="t" r="r" b="b"/>
              <a:pathLst>
                <a:path w="292003" h="199585" extrusionOk="0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20" name="Google Shape;220;p8"/>
            <p:cNvSpPr/>
            <p:nvPr/>
          </p:nvSpPr>
          <p:spPr>
            <a:xfrm>
              <a:off x="1870575" y="4089437"/>
              <a:ext cx="6285225" cy="1084025"/>
            </a:xfrm>
            <a:custGeom>
              <a:avLst/>
              <a:gdLst/>
              <a:ahLst/>
              <a:cxnLst/>
              <a:rect l="l" t="t" r="r" b="b"/>
              <a:pathLst>
                <a:path w="251409" h="43361" extrusionOk="0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21" name="Google Shape;221;p8"/>
          <p:cNvSpPr txBox="1">
            <a:spLocks noGrp="1"/>
          </p:cNvSpPr>
          <p:nvPr>
            <p:ph type="body" idx="1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>
            <a:endParaRPr/>
          </a:p>
        </p:txBody>
      </p:sp>
      <p:sp>
        <p:nvSpPr>
          <p:cNvPr id="222" name="Google Shape;222;p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3" name="Google Shape;223;p8"/>
          <p:cNvSpPr txBox="1">
            <a:spLocks noGrp="1"/>
          </p:cNvSpPr>
          <p:nvPr>
            <p:ph type="body" idx="2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224" name="Google Shape;224;p8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7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5050850" y="3243900"/>
            <a:ext cx="4093093" cy="1899657"/>
          </a:xfrm>
          <a:custGeom>
            <a:avLst/>
            <a:gdLst/>
            <a:ahLst/>
            <a:cxnLst/>
            <a:rect l="l" t="t" r="r" b="b"/>
            <a:pathLst>
              <a:path w="115714" h="54955" fill="none" extrusionOk="0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123025" y="-3887"/>
            <a:ext cx="3022650" cy="837525"/>
          </a:xfrm>
          <a:custGeom>
            <a:avLst/>
            <a:gdLst/>
            <a:ahLst/>
            <a:cxnLst/>
            <a:rect l="l" t="t" r="r" b="b"/>
            <a:pathLst>
              <a:path w="120906" h="33501" extrusionOk="0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dist="219075" dir="5700000" algn="bl" rotWithShape="0">
              <a:schemeClr val="lt2">
                <a:alpha val="40000"/>
              </a:schemeClr>
            </a:outerShdw>
          </a:effectLst>
        </p:spPr>
      </p:sp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 idx="2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231" name="Google Shape;231;p9"/>
          <p:cNvSpPr txBox="1">
            <a:spLocks noGrp="1"/>
          </p:cNvSpPr>
          <p:nvPr>
            <p:ph type="title" idx="3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9"/>
          <p:cNvSpPr txBox="1">
            <a:spLocks noGrp="1"/>
          </p:cNvSpPr>
          <p:nvPr>
            <p:ph type="title" idx="4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9"/>
          <p:cNvSpPr txBox="1">
            <a:spLocks noGrp="1"/>
          </p:cNvSpPr>
          <p:nvPr>
            <p:ph type="title" idx="5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title" idx="6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9"/>
          <p:cNvSpPr txBox="1">
            <a:spLocks noGrp="1"/>
          </p:cNvSpPr>
          <p:nvPr>
            <p:ph type="title" idx="7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title" idx="8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38" name="Google Shape;238;p9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239" name="Google Shape;239;p9"/>
          <p:cNvSpPr txBox="1">
            <a:spLocks noGrp="1"/>
          </p:cNvSpPr>
          <p:nvPr>
            <p:ph type="title" idx="14"/>
          </p:nvPr>
        </p:nvSpPr>
        <p:spPr>
          <a:xfrm>
            <a:off x="228600" y="21273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0" name="Google Shape;240;p9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41" name="Google Shape;241;p9"/>
          <p:cNvSpPr txBox="1">
            <a:spLocks noGrp="1"/>
          </p:cNvSpPr>
          <p:nvPr>
            <p:ph type="title" idx="16"/>
          </p:nvPr>
        </p:nvSpPr>
        <p:spPr>
          <a:xfrm>
            <a:off x="228600" y="29362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9"/>
          <p:cNvSpPr txBox="1">
            <a:spLocks noGrp="1"/>
          </p:cNvSpPr>
          <p:nvPr>
            <p:ph type="title" idx="17"/>
          </p:nvPr>
        </p:nvSpPr>
        <p:spPr>
          <a:xfrm>
            <a:off x="228600" y="37451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BLANK_1_1_1_1_1_1_1_1_1_1_7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 rot="-1079220" flipH="1">
            <a:off x="-2010221" y="4250160"/>
            <a:ext cx="4477637" cy="804981"/>
          </a:xfrm>
          <a:prstGeom prst="chord">
            <a:avLst>
              <a:gd name="adj1" fmla="val 2752926"/>
              <a:gd name="adj2" fmla="val 171935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45" name="Google Shape;245;p10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46" name="Google Shape;246;p10"/>
            <p:cNvSpPr/>
            <p:nvPr/>
          </p:nvSpPr>
          <p:spPr>
            <a:xfrm>
              <a:off x="675320" y="-5692564"/>
              <a:ext cx="1010925" cy="7239975"/>
            </a:xfrm>
            <a:custGeom>
              <a:avLst/>
              <a:gdLst/>
              <a:ahLst/>
              <a:cxnLst/>
              <a:rect l="l" t="t" r="r" b="b"/>
              <a:pathLst>
                <a:path w="40437" h="289599" extrusionOk="0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7" name="Google Shape;247;p10"/>
            <p:cNvSpPr/>
            <p:nvPr/>
          </p:nvSpPr>
          <p:spPr>
            <a:xfrm>
              <a:off x="670045" y="1494661"/>
              <a:ext cx="1026300" cy="2014450"/>
            </a:xfrm>
            <a:custGeom>
              <a:avLst/>
              <a:gdLst/>
              <a:ahLst/>
              <a:cxnLst/>
              <a:rect l="l" t="t" r="r" b="b"/>
              <a:pathLst>
                <a:path w="41052" h="80578" extrusionOk="0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9" name="Google Shape;249;p10"/>
          <p:cNvSpPr txBox="1">
            <a:spLocks noGrp="1"/>
          </p:cNvSpPr>
          <p:nvPr>
            <p:ph type="title" idx="2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0" name="Google Shape;250;p10"/>
          <p:cNvSpPr txBox="1">
            <a:spLocks noGrp="1"/>
          </p:cNvSpPr>
          <p:nvPr>
            <p:ph type="title" idx="3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1" name="Google Shape;251;p10"/>
          <p:cNvSpPr txBox="1">
            <a:spLocks noGrp="1"/>
          </p:cNvSpPr>
          <p:nvPr>
            <p:ph type="title" idx="4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2" name="Google Shape;252;p10"/>
          <p:cNvSpPr txBox="1">
            <a:spLocks noGrp="1"/>
          </p:cNvSpPr>
          <p:nvPr>
            <p:ph type="title" idx="5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253" name="Google Shape;253;p10"/>
          <p:cNvSpPr txBox="1">
            <a:spLocks noGrp="1"/>
          </p:cNvSpPr>
          <p:nvPr>
            <p:ph type="title" idx="6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4" name="Google Shape;254;p10"/>
          <p:cNvSpPr txBox="1">
            <a:spLocks noGrp="1"/>
          </p:cNvSpPr>
          <p:nvPr>
            <p:ph type="title" idx="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2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1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257" name="Google Shape;257;p11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258" name="Google Shape;258;p11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59" name="Google Shape;259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0" name="Google Shape;260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1" name="Google Shape;261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8" name="Google Shape;268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9" name="Google Shape;269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70" name="Google Shape;270;p11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71" name="Google Shape;271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2" name="Google Shape;272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3" name="Google Shape;273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4" name="Google Shape;274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5" name="Google Shape;275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76" name="Google Shape;276;p11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77" name="Google Shape;277;p1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8" name="Google Shape;278;p1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9" name="Google Shape;279;p1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0" name="Google Shape;280;p1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1" name="Google Shape;281;p1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282" name="Google Shape;282;p11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83" name="Google Shape;283;p11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4" name="Google Shape;284;p11"/>
          <p:cNvSpPr/>
          <p:nvPr/>
        </p:nvSpPr>
        <p:spPr>
          <a:xfrm flipH="1">
            <a:off x="8423546" y="30872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dist="76200" dir="7800000" algn="bl" rotWithShape="0">
              <a:schemeClr val="accent1">
                <a:alpha val="2666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5" name="Google Shape;285;p11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dist="28575" dir="2700000" algn="bl" rotWithShape="0">
              <a:schemeClr val="accent1">
                <a:alpha val="2784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dist="38100" dir="5400000" algn="bl" rotWithShape="0">
              <a:schemeClr val="accent3">
                <a:alpha val="2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7" name="Google Shape;287;p11"/>
          <p:cNvSpPr txBox="1">
            <a:spLocks noGrp="1"/>
          </p:cNvSpPr>
          <p:nvPr>
            <p:ph type="body" idx="1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4572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88" name="Google Shape;288;p11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41838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11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6" name="Google Shape;296;p1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7" name="Google Shape;297;p1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 rot="-8100000" flipH="1">
            <a:off x="4692650" y="965198"/>
            <a:ext cx="4843399" cy="248024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1" name="Google Shape;301;p14"/>
          <p:cNvSpPr/>
          <p:nvPr/>
        </p:nvSpPr>
        <p:spPr>
          <a:xfrm rot="10800000" flipH="1">
            <a:off x="4676692" y="3337812"/>
            <a:ext cx="4467295" cy="1685226"/>
          </a:xfrm>
          <a:custGeom>
            <a:avLst/>
            <a:gdLst/>
            <a:ahLst/>
            <a:cxnLst/>
            <a:rect l="l" t="t" r="r" b="b"/>
            <a:pathLst>
              <a:path w="119855" h="51371" extrusionOk="0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2" name="Google Shape;302;p14"/>
          <p:cNvSpPr>
            <a:spLocks noGrp="1"/>
          </p:cNvSpPr>
          <p:nvPr>
            <p:ph type="pic" idx="2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14"/>
          <p:cNvSpPr txBox="1">
            <a:spLocks noGrp="1"/>
          </p:cNvSpPr>
          <p:nvPr>
            <p:ph type="body" idx="1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body" idx="3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4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Alt 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5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310" name="Google Shape;310;p15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311" name="Google Shape;311;p15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312" name="Google Shape;31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3" name="Google Shape;313;p15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314" name="Google Shape;314;p15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315" name="Google Shape;315;p15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16" name="Google Shape;316;p15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17" name="Google Shape;317;p15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318" name="Google Shape;318;p15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319" name="Google Shape;319;p15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20" name="Google Shape;320;p15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321" name="Google Shape;321;p15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322" name="Google Shape;322;p15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23" name="Google Shape;323;p15"/>
          <p:cNvSpPr txBox="1">
            <a:spLocks noGrp="1"/>
          </p:cNvSpPr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15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325" name="Google Shape;325;p15"/>
          <p:cNvSpPr txBox="1">
            <a:spLocks noGrp="1"/>
          </p:cNvSpPr>
          <p:nvPr>
            <p:ph type="subTitle" idx="2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326" name="Google Shape;326;p15"/>
          <p:cNvSpPr txBox="1">
            <a:spLocks noGrp="1"/>
          </p:cNvSpPr>
          <p:nvPr>
            <p:ph type="subTitle" idx="3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7" name="Google Shape;327;p15"/>
          <p:cNvSpPr txBox="1">
            <a:spLocks noGrp="1"/>
          </p:cNvSpPr>
          <p:nvPr>
            <p:ph type="subTitle" idx="4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328" name="Google Shape;328;p15"/>
          <p:cNvSpPr txBox="1">
            <a:spLocks noGrp="1"/>
          </p:cNvSpPr>
          <p:nvPr>
            <p:ph type="subTitle" idx="5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9" name="Google Shape;329;p15"/>
          <p:cNvSpPr txBox="1">
            <a:spLocks noGrp="1"/>
          </p:cNvSpPr>
          <p:nvPr>
            <p:ph type="subTitle" idx="6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330" name="Google Shape;330;p15"/>
          <p:cNvSpPr txBox="1">
            <a:spLocks noGrp="1"/>
          </p:cNvSpPr>
          <p:nvPr>
            <p:ph type="subTitle" idx="7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331" name="Google Shape;331;p15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332" name="Google Shape;332;p15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333" name="Google Shape;333;p15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334" name="Google Shape;334;p15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335" name="Google Shape;335;p15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36" name="Google Shape;336;p15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337" name="Google Shape;337;p15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338" name="Google Shape;338;p15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339" name="Google Shape;339;p15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40" name="Google Shape;340;p15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41" name="Google Shape;341;p15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342" name="Google Shape;342;p15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343" name="Google Shape;343;p15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344" name="Google Shape;344;p15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345" name="Google Shape;345;p15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346" name="Google Shape;346;p15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47" name="Google Shape;347;p15"/>
          <p:cNvSpPr txBox="1">
            <a:spLocks noGrp="1"/>
          </p:cNvSpPr>
          <p:nvPr>
            <p:ph type="subTitle" idx="8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cxnSp>
        <p:nvCxnSpPr>
          <p:cNvPr id="349" name="Google Shape;349;p15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" name="Google Shape;350;p15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5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title" idx="14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title" idx="15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15"/>
          <p:cNvSpPr txBox="1">
            <a:spLocks noGrp="1"/>
          </p:cNvSpPr>
          <p:nvPr>
            <p:ph type="title" idx="16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15"/>
          <p:cNvSpPr txBox="1">
            <a:spLocks noGrp="1"/>
          </p:cNvSpPr>
          <p:nvPr>
            <p:ph type="title" idx="17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17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3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16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360" name="Google Shape;360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61" name="Google Shape;361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62" name="Google Shape;362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63" name="Google Shape;363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64" name="Google Shape;364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65" name="Google Shape;365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66" name="Google Shape;366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67" name="Google Shape;367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68" name="Google Shape;368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69" name="Google Shape;369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0" name="Google Shape;370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1" name="Google Shape;371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2" name="Google Shape;372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73" name="Google Shape;373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74" name="Google Shape;374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5" name="Google Shape;375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6" name="Google Shape;376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7" name="Google Shape;377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8" name="Google Shape;378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79" name="Google Shape;379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80" name="Google Shape;380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1" name="Google Shape;381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2" name="Google Shape;382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4" name="Google Shape;384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85" name="Google Shape;385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86" name="Google Shape;386;p16"/>
          <p:cNvSpPr/>
          <p:nvPr/>
        </p:nvSpPr>
        <p:spPr>
          <a:xfrm flipH="1">
            <a:off x="12" y="3308203"/>
            <a:ext cx="9143963" cy="183531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11" y="26114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16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9" name="Google Shape;389;p16"/>
          <p:cNvSpPr/>
          <p:nvPr/>
        </p:nvSpPr>
        <p:spPr>
          <a:xfrm rot="-5400000" flipH="1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0" name="Google Shape;390;p16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391" name="Google Shape;391;p16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92" name="Google Shape;392;p16"/>
          <p:cNvSpPr txBox="1">
            <a:spLocks noGrp="1"/>
          </p:cNvSpPr>
          <p:nvPr>
            <p:ph type="body" idx="1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3" name="Google Shape;393;p1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">
  <p:cSld name="BLANK_1_1_1_1_2">
    <p:bg>
      <p:bgPr>
        <a:solidFill>
          <a:schemeClr val="lt1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 rot="10800000" flipH="1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17"/>
          <p:cNvSpPr/>
          <p:nvPr/>
        </p:nvSpPr>
        <p:spPr>
          <a:xfrm rot="10800000" flipH="1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7" name="Google Shape;397;p17"/>
          <p:cNvSpPr/>
          <p:nvPr/>
        </p:nvSpPr>
        <p:spPr>
          <a:xfrm rot="10800000" flipH="1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8" name="Google Shape;398;p17"/>
          <p:cNvSpPr/>
          <p:nvPr/>
        </p:nvSpPr>
        <p:spPr>
          <a:xfrm rot="10800000" flipH="1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9" name="Google Shape;399;p17"/>
          <p:cNvSpPr txBox="1">
            <a:spLocks noGrp="1"/>
          </p:cNvSpPr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0" name="Google Shape;400;p17"/>
          <p:cNvSpPr>
            <a:spLocks noGrp="1"/>
          </p:cNvSpPr>
          <p:nvPr>
            <p:ph type="pic" idx="2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17"/>
          <p:cNvSpPr>
            <a:spLocks noGrp="1"/>
          </p:cNvSpPr>
          <p:nvPr>
            <p:ph type="pic" idx="3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17"/>
          <p:cNvSpPr>
            <a:spLocks noGrp="1"/>
          </p:cNvSpPr>
          <p:nvPr>
            <p:ph type="pic" idx="4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17"/>
          <p:cNvSpPr txBox="1">
            <a:spLocks noGrp="1"/>
          </p:cNvSpPr>
          <p:nvPr>
            <p:ph type="subTitle" idx="1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4" name="Google Shape;404;p17"/>
          <p:cNvSpPr txBox="1">
            <a:spLocks noGrp="1"/>
          </p:cNvSpPr>
          <p:nvPr>
            <p:ph type="subTitle" idx="5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5" name="Google Shape;405;p17"/>
          <p:cNvSpPr txBox="1">
            <a:spLocks noGrp="1"/>
          </p:cNvSpPr>
          <p:nvPr>
            <p:ph type="title" idx="6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6" name="Google Shape;406;p17"/>
          <p:cNvSpPr txBox="1">
            <a:spLocks noGrp="1"/>
          </p:cNvSpPr>
          <p:nvPr>
            <p:ph type="title" idx="7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07" name="Google Shape;407;p17"/>
          <p:cNvSpPr txBox="1">
            <a:spLocks noGrp="1"/>
          </p:cNvSpPr>
          <p:nvPr>
            <p:ph type="subTitle" idx="8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08" name="Google Shape;408;p17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409" name="Google Shape;409;p17"/>
            <p:cNvSpPr/>
            <p:nvPr/>
          </p:nvSpPr>
          <p:spPr>
            <a:xfrm>
              <a:off x="4308382" y="4487840"/>
              <a:ext cx="4833127" cy="653214"/>
            </a:xfrm>
            <a:custGeom>
              <a:avLst/>
              <a:gdLst/>
              <a:ahLst/>
              <a:cxnLst/>
              <a:rect l="l" t="t" r="r" b="b"/>
              <a:pathLst>
                <a:path w="89735" h="12128" extrusionOk="0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4308382" y="3740892"/>
              <a:ext cx="4833127" cy="741006"/>
            </a:xfrm>
            <a:custGeom>
              <a:avLst/>
              <a:gdLst/>
              <a:ahLst/>
              <a:cxnLst/>
              <a:rect l="l" t="t" r="r" b="b"/>
              <a:pathLst>
                <a:path w="89735" h="13758" extrusionOk="0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4308382" y="2704009"/>
              <a:ext cx="4833127" cy="1032065"/>
            </a:xfrm>
            <a:custGeom>
              <a:avLst/>
              <a:gdLst/>
              <a:ahLst/>
              <a:cxnLst/>
              <a:rect l="l" t="t" r="r" b="b"/>
              <a:pathLst>
                <a:path w="89735" h="19162" extrusionOk="0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LANK_1_1_1_1_1_1_1_1_1_1_10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"/>
          <p:cNvSpPr/>
          <p:nvPr/>
        </p:nvSpPr>
        <p:spPr>
          <a:xfrm rot="-900031" flipH="1">
            <a:off x="1792020" y="1182391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4" name="Google Shape;414;p18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5" name="Google Shape;415;p18"/>
          <p:cNvSpPr txBox="1">
            <a:spLocks noGrp="1"/>
          </p:cNvSpPr>
          <p:nvPr>
            <p:ph type="body" idx="1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18"/>
          <p:cNvSpPr txBox="1">
            <a:spLocks noGrp="1"/>
          </p:cNvSpPr>
          <p:nvPr>
            <p:ph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18"/>
          <p:cNvSpPr/>
          <p:nvPr/>
        </p:nvSpPr>
        <p:spPr>
          <a:xfrm rot="900031" flipH="1">
            <a:off x="1791931" y="1182353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1_1_1_1_1_1_9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19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420" name="Google Shape;420;p19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21" name="Google Shape;421;p19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6" name="Google Shape;426;p19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27" name="Google Shape;427;p1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1" name="Google Shape;431;p19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32" name="Google Shape;432;p1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36" name="Google Shape;436;p19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37" name="Google Shape;437;p19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438" name="Google Shape;438;p19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BLANK_1_1_1_1_1_1_1_1_1_1_5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"/>
          <p:cNvSpPr/>
          <p:nvPr/>
        </p:nvSpPr>
        <p:spPr>
          <a:xfrm>
            <a:off x="1347300" y="4352975"/>
            <a:ext cx="6752827" cy="790544"/>
          </a:xfrm>
          <a:custGeom>
            <a:avLst/>
            <a:gdLst/>
            <a:ahLst/>
            <a:cxnLst/>
            <a:rect l="l" t="t" r="r" b="b"/>
            <a:pathLst>
              <a:path w="86243" h="14771" extrusionOk="0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1" name="Google Shape;441;p20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42" name="Google Shape;442;p20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443" name="Google Shape;443;p20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_1_1_1_1_4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6" name="Google Shape;446;p21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7" name="Google Shape;447;p21"/>
          <p:cNvSpPr txBox="1">
            <a:spLocks noGrp="1"/>
          </p:cNvSpPr>
          <p:nvPr>
            <p:ph type="title" idx="2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8" name="Google Shape;448;p21"/>
          <p:cNvSpPr txBox="1">
            <a:spLocks noGrp="1"/>
          </p:cNvSpPr>
          <p:nvPr>
            <p:ph type="title" idx="3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9" name="Google Shape;449;p21"/>
          <p:cNvSpPr txBox="1">
            <a:spLocks noGrp="1"/>
          </p:cNvSpPr>
          <p:nvPr>
            <p:ph type="title" idx="4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50" name="Google Shape;450;p21"/>
          <p:cNvSpPr txBox="1">
            <a:spLocks noGrp="1"/>
          </p:cNvSpPr>
          <p:nvPr>
            <p:ph type="title" idx="5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51" name="Google Shape;451;p21"/>
          <p:cNvSpPr txBox="1">
            <a:spLocks noGrp="1"/>
          </p:cNvSpPr>
          <p:nvPr>
            <p:ph type="title" idx="6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52" name="Google Shape;452;p21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3" name="Google Shape;453;p21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4" name="Google Shape;454;p21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5" name="Google Shape;455;p21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56" name="Google Shape;456;p21"/>
          <p:cNvSpPr txBox="1">
            <a:spLocks noGrp="1"/>
          </p:cNvSpPr>
          <p:nvPr>
            <p:ph type="body" idx="8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57" name="Google Shape;457;p21"/>
          <p:cNvSpPr txBox="1">
            <a:spLocks noGrp="1"/>
          </p:cNvSpPr>
          <p:nvPr>
            <p:ph type="body" idx="9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58" name="Google Shape;458;p21"/>
          <p:cNvSpPr txBox="1">
            <a:spLocks noGrp="1"/>
          </p:cNvSpPr>
          <p:nvPr>
            <p:ph type="body" idx="13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59" name="Google Shape;459;p21"/>
          <p:cNvSpPr txBox="1">
            <a:spLocks noGrp="1"/>
          </p:cNvSpPr>
          <p:nvPr>
            <p:ph type="body" idx="14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60" name="Google Shape;460;p21"/>
          <p:cNvSpPr txBox="1">
            <a:spLocks noGrp="1"/>
          </p:cNvSpPr>
          <p:nvPr>
            <p:ph type="body" idx="15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461" name="Google Shape;461;p21"/>
          <p:cNvSpPr txBox="1">
            <a:spLocks noGrp="1"/>
          </p:cNvSpPr>
          <p:nvPr>
            <p:ph type="body" idx="16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462" name="Google Shape;462;p21"/>
          <p:cNvSpPr txBox="1">
            <a:spLocks noGrp="1"/>
          </p:cNvSpPr>
          <p:nvPr>
            <p:ph type="body" idx="17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463" name="Google Shape;463;p21"/>
          <p:cNvSpPr txBox="1">
            <a:spLocks noGrp="1"/>
          </p:cNvSpPr>
          <p:nvPr>
            <p:ph type="body" idx="18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464" name="Google Shape;464;p21"/>
          <p:cNvSpPr txBox="1">
            <a:spLocks noGrp="1"/>
          </p:cNvSpPr>
          <p:nvPr>
            <p:ph type="title" idx="19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>
            <a:endParaRPr/>
          </a:p>
        </p:txBody>
      </p:sp>
      <p:sp>
        <p:nvSpPr>
          <p:cNvPr id="465" name="Google Shape;465;p21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- Dark">
  <p:cSld name="BLANK_1_1_1_1_1_1_1_1_1_1_4_1">
    <p:bg>
      <p:bgPr>
        <a:solidFill>
          <a:schemeClr val="lt1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8" name="Google Shape;468;p22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9" name="Google Shape;469;p22"/>
          <p:cNvSpPr txBox="1">
            <a:spLocks noGrp="1"/>
          </p:cNvSpPr>
          <p:nvPr>
            <p:ph type="title" idx="2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0" name="Google Shape;470;p22"/>
          <p:cNvSpPr txBox="1">
            <a:spLocks noGrp="1"/>
          </p:cNvSpPr>
          <p:nvPr>
            <p:ph type="title" idx="3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1" name="Google Shape;471;p22"/>
          <p:cNvSpPr txBox="1">
            <a:spLocks noGrp="1"/>
          </p:cNvSpPr>
          <p:nvPr>
            <p:ph type="title" idx="4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22"/>
          <p:cNvSpPr txBox="1">
            <a:spLocks noGrp="1"/>
          </p:cNvSpPr>
          <p:nvPr>
            <p:ph type="title" idx="5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3" name="Google Shape;473;p22"/>
          <p:cNvSpPr txBox="1">
            <a:spLocks noGrp="1"/>
          </p:cNvSpPr>
          <p:nvPr>
            <p:ph type="title" idx="6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4" name="Google Shape;474;p22"/>
          <p:cNvSpPr txBox="1">
            <a:spLocks noGrp="1"/>
          </p:cNvSpPr>
          <p:nvPr>
            <p:ph type="title" idx="7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5" name="Google Shape;475;p22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 txBox="1">
            <a:spLocks noGrp="1"/>
          </p:cNvSpPr>
          <p:nvPr>
            <p:ph type="title" idx="8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8" name="Google Shape;478;p22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22"/>
          <p:cNvSpPr txBox="1">
            <a:spLocks noGrp="1"/>
          </p:cNvSpPr>
          <p:nvPr>
            <p:ph type="body" idx="9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22"/>
          <p:cNvSpPr txBox="1">
            <a:spLocks noGrp="1"/>
          </p:cNvSpPr>
          <p:nvPr>
            <p:ph type="body" idx="13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22"/>
          <p:cNvSpPr txBox="1">
            <a:spLocks noGrp="1"/>
          </p:cNvSpPr>
          <p:nvPr>
            <p:ph type="body" idx="14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22"/>
          <p:cNvSpPr txBox="1">
            <a:spLocks noGrp="1"/>
          </p:cNvSpPr>
          <p:nvPr>
            <p:ph type="body" idx="15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22"/>
          <p:cNvSpPr txBox="1">
            <a:spLocks noGrp="1"/>
          </p:cNvSpPr>
          <p:nvPr>
            <p:ph type="body" idx="16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22"/>
          <p:cNvSpPr txBox="1">
            <a:spLocks noGrp="1"/>
          </p:cNvSpPr>
          <p:nvPr>
            <p:ph type="body" idx="17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22"/>
          <p:cNvSpPr txBox="1">
            <a:spLocks noGrp="1"/>
          </p:cNvSpPr>
          <p:nvPr>
            <p:ph type="body" idx="18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22"/>
          <p:cNvSpPr txBox="1">
            <a:spLocks noGrp="1"/>
          </p:cNvSpPr>
          <p:nvPr>
            <p:ph type="body" idx="19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22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two bodies">
  <p:cSld name="BLANK_1_1_1_1_1_1_1_1_1_1_3_2">
    <p:bg>
      <p:bgPr>
        <a:solidFill>
          <a:schemeClr val="lt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/>
          <p:nvPr/>
        </p:nvSpPr>
        <p:spPr>
          <a:xfrm rot="-5400000" flipH="1">
            <a:off x="1263236" y="2706539"/>
            <a:ext cx="1173845" cy="3700317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0" name="Google Shape;490;p23"/>
          <p:cNvSpPr/>
          <p:nvPr/>
        </p:nvSpPr>
        <p:spPr>
          <a:xfrm flipH="1">
            <a:off x="228605" y="3621311"/>
            <a:ext cx="3534079" cy="1522191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1" name="Google Shape;491;p23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92" name="Google Shape;492;p23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93" name="Google Shape;493;p2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94" name="Google Shape;494;p2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9" name="Google Shape;499;p2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00" name="Google Shape;500;p2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4" name="Google Shape;504;p2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09" name="Google Shape;509;p23"/>
          <p:cNvSpPr txBox="1">
            <a:spLocks noGrp="1"/>
          </p:cNvSpPr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0" name="Google Shape;510;p23"/>
          <p:cNvSpPr txBox="1">
            <a:spLocks noGrp="1"/>
          </p:cNvSpPr>
          <p:nvPr>
            <p:ph type="title" idx="2"/>
          </p:nvPr>
        </p:nvSpPr>
        <p:spPr>
          <a:xfrm>
            <a:off x="85725" y="1287875"/>
            <a:ext cx="334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1" name="Google Shape;511;p23"/>
          <p:cNvSpPr>
            <a:spLocks noGrp="1"/>
          </p:cNvSpPr>
          <p:nvPr>
            <p:ph type="pic" idx="3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23"/>
          <p:cNvSpPr>
            <a:spLocks noGrp="1"/>
          </p:cNvSpPr>
          <p:nvPr>
            <p:ph type="pic" idx="4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23"/>
          <p:cNvSpPr>
            <a:spLocks noGrp="1"/>
          </p:cNvSpPr>
          <p:nvPr>
            <p:ph type="pic" idx="5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23"/>
          <p:cNvSpPr txBox="1">
            <a:spLocks noGrp="1"/>
          </p:cNvSpPr>
          <p:nvPr>
            <p:ph type="title" idx="6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5" name="Google Shape;515;p23"/>
          <p:cNvSpPr txBox="1">
            <a:spLocks noGrp="1"/>
          </p:cNvSpPr>
          <p:nvPr>
            <p:ph type="title" idx="7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6" name="Google Shape;516;p23"/>
          <p:cNvSpPr txBox="1">
            <a:spLocks noGrp="1"/>
          </p:cNvSpPr>
          <p:nvPr>
            <p:ph type="title" idx="8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7" name="Google Shape;517;p23"/>
          <p:cNvSpPr txBox="1">
            <a:spLocks noGrp="1"/>
          </p:cNvSpPr>
          <p:nvPr>
            <p:ph type="title" idx="9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18" name="Google Shape;518;p23"/>
          <p:cNvSpPr txBox="1">
            <a:spLocks noGrp="1"/>
          </p:cNvSpPr>
          <p:nvPr>
            <p:ph type="title" idx="13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19" name="Google Shape;519;p23"/>
          <p:cNvSpPr txBox="1">
            <a:spLocks noGrp="1"/>
          </p:cNvSpPr>
          <p:nvPr>
            <p:ph type="title" idx="14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20" name="Google Shape;520;p23"/>
          <p:cNvSpPr txBox="1">
            <a:spLocks noGrp="1"/>
          </p:cNvSpPr>
          <p:nvPr>
            <p:ph type="title" idx="15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21" name="Google Shape;521;p23"/>
          <p:cNvSpPr txBox="1">
            <a:spLocks noGrp="1"/>
          </p:cNvSpPr>
          <p:nvPr>
            <p:ph type="title" idx="16"/>
          </p:nvPr>
        </p:nvSpPr>
        <p:spPr>
          <a:xfrm>
            <a:off x="93381" y="502775"/>
            <a:ext cx="7178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23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Project Roadmap">
  <p:cSld name="BLANK_1_1_1_1_1_1_1_1_1_1_3_1">
    <p:bg>
      <p:bgPr>
        <a:solidFill>
          <a:schemeClr val="lt1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"/>
          <p:cNvSpPr txBox="1">
            <a:spLocks noGrp="1"/>
          </p:cNvSpPr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5" name="Google Shape;525;p24"/>
          <p:cNvSpPr txBox="1">
            <a:spLocks noGrp="1"/>
          </p:cNvSpPr>
          <p:nvPr>
            <p:ph type="title" idx="2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6" name="Google Shape;526;p24"/>
          <p:cNvSpPr txBox="1">
            <a:spLocks noGrp="1"/>
          </p:cNvSpPr>
          <p:nvPr>
            <p:ph type="title" idx="3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7" name="Google Shape;527;p24"/>
          <p:cNvSpPr txBox="1">
            <a:spLocks noGrp="1"/>
          </p:cNvSpPr>
          <p:nvPr>
            <p:ph type="title" idx="4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24"/>
          <p:cNvSpPr txBox="1">
            <a:spLocks noGrp="1"/>
          </p:cNvSpPr>
          <p:nvPr>
            <p:ph type="title" idx="5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9" name="Google Shape;529;p24"/>
          <p:cNvSpPr txBox="1">
            <a:spLocks noGrp="1"/>
          </p:cNvSpPr>
          <p:nvPr>
            <p:ph type="title" idx="6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0" name="Google Shape;530;p24"/>
          <p:cNvSpPr txBox="1">
            <a:spLocks noGrp="1"/>
          </p:cNvSpPr>
          <p:nvPr>
            <p:ph type="title" idx="7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1" name="Google Shape;531;p24"/>
          <p:cNvSpPr txBox="1">
            <a:spLocks noGrp="1"/>
          </p:cNvSpPr>
          <p:nvPr>
            <p:ph type="title" idx="8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2" name="Google Shape;532;p24"/>
          <p:cNvSpPr txBox="1">
            <a:spLocks noGrp="1"/>
          </p:cNvSpPr>
          <p:nvPr>
            <p:ph type="title" idx="9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3" name="Google Shape;533;p24"/>
          <p:cNvSpPr txBox="1">
            <a:spLocks noGrp="1"/>
          </p:cNvSpPr>
          <p:nvPr>
            <p:ph type="title" idx="13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4" name="Google Shape;534;p24"/>
          <p:cNvSpPr txBox="1">
            <a:spLocks noGrp="1"/>
          </p:cNvSpPr>
          <p:nvPr>
            <p:ph type="title" idx="14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5" name="Google Shape;535;p24"/>
          <p:cNvSpPr txBox="1">
            <a:spLocks noGrp="1"/>
          </p:cNvSpPr>
          <p:nvPr>
            <p:ph type="title" idx="15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6" name="Google Shape;536;p24"/>
          <p:cNvSpPr txBox="1">
            <a:spLocks noGrp="1"/>
          </p:cNvSpPr>
          <p:nvPr>
            <p:ph type="title" idx="16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7" name="Google Shape;537;p24"/>
          <p:cNvSpPr txBox="1">
            <a:spLocks noGrp="1"/>
          </p:cNvSpPr>
          <p:nvPr>
            <p:ph type="title" idx="17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8" name="Google Shape;538;p24"/>
          <p:cNvSpPr txBox="1">
            <a:spLocks noGrp="1"/>
          </p:cNvSpPr>
          <p:nvPr>
            <p:ph type="title" idx="18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9" name="Google Shape;539;p24"/>
          <p:cNvSpPr txBox="1">
            <a:spLocks noGrp="1"/>
          </p:cNvSpPr>
          <p:nvPr>
            <p:ph type="title" idx="19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40" name="Google Shape;540;p24"/>
          <p:cNvSpPr txBox="1">
            <a:spLocks noGrp="1"/>
          </p:cNvSpPr>
          <p:nvPr>
            <p:ph type="title" idx="20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41" name="Google Shape;541;p24"/>
          <p:cNvSpPr txBox="1">
            <a:spLocks noGrp="1"/>
          </p:cNvSpPr>
          <p:nvPr>
            <p:ph type="title" idx="21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1_1_1_1_1_1_2_1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2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44" name="Google Shape;544;p2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45" name="Google Shape;545;p2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6" name="Google Shape;546;p2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7" name="Google Shape;547;p2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8" name="Google Shape;548;p2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9" name="Google Shape;549;p2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50" name="Google Shape;550;p2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51" name="Google Shape;551;p2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2" name="Google Shape;552;p2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3" name="Google Shape;553;p2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4" name="Google Shape;554;p2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55" name="Google Shape;555;p2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60" name="Google Shape;560;p2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sng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2" name="Google Shape;562;p25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3" name="Google Shape;563;p25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5" name="Google Shape;565;p25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3921"/>
              </a:schemeClr>
            </a:outerShdw>
          </a:effectLst>
        </p:spPr>
      </p:sp>
      <p:sp>
        <p:nvSpPr>
          <p:cNvPr id="566" name="Google Shape;566;p2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s">
  <p:cSld name="BLANK_1_1_1_1_1_1_1_1_1_1_2_1_1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26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69" name="Google Shape;569;p26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70" name="Google Shape;570;p26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1" name="Google Shape;571;p26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2" name="Google Shape;572;p26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3" name="Google Shape;573;p26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4" name="Google Shape;574;p26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75" name="Google Shape;575;p26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76" name="Google Shape;576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8" name="Google Shape;578;p2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9" name="Google Shape;579;p26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0" name="Google Shape;580;p26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81" name="Google Shape;58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2" name="Google Shape;58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4" name="Google Shape;584;p26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85" name="Google Shape;585;p26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6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88" name="Google Shape;588;p26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3921"/>
              </a:schemeClr>
            </a:outerShdw>
          </a:effectLst>
        </p:spPr>
      </p:sp>
      <p:cxnSp>
        <p:nvCxnSpPr>
          <p:cNvPr id="589" name="Google Shape;589;p26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0" name="Google Shape;590;p26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1" name="Google Shape;591;p26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2" name="Google Shape;592;p26"/>
          <p:cNvSpPr txBox="1">
            <a:spLocks noGrp="1"/>
          </p:cNvSpPr>
          <p:nvPr>
            <p:ph type="body" idx="1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93" name="Google Shape;593;p26"/>
          <p:cNvSpPr txBox="1">
            <a:spLocks noGrp="1"/>
          </p:cNvSpPr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94" name="Google Shape;594;p26"/>
          <p:cNvSpPr txBox="1">
            <a:spLocks noGrp="1"/>
          </p:cNvSpPr>
          <p:nvPr>
            <p:ph type="body" idx="2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95" name="Google Shape;595;p26"/>
          <p:cNvSpPr txBox="1">
            <a:spLocks noGrp="1"/>
          </p:cNvSpPr>
          <p:nvPr>
            <p:ph type="title" idx="3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96" name="Google Shape;596;p26"/>
          <p:cNvSpPr txBox="1">
            <a:spLocks noGrp="1"/>
          </p:cNvSpPr>
          <p:nvPr>
            <p:ph type="title" idx="4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97" name="Google Shape;597;p26"/>
          <p:cNvSpPr txBox="1">
            <a:spLocks noGrp="1"/>
          </p:cNvSpPr>
          <p:nvPr>
            <p:ph type="body" idx="5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98" name="Google Shape;598;p26"/>
          <p:cNvSpPr txBox="1">
            <a:spLocks noGrp="1"/>
          </p:cNvSpPr>
          <p:nvPr>
            <p:ph type="title" idx="6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99" name="Google Shape;599;p26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0" name="Google Shape;600;p26"/>
          <p:cNvSpPr txBox="1">
            <a:spLocks noGrp="1"/>
          </p:cNvSpPr>
          <p:nvPr>
            <p:ph type="title" idx="8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601" name="Google Shape;601;p26"/>
          <p:cNvSpPr txBox="1">
            <a:spLocks noGrp="1"/>
          </p:cNvSpPr>
          <p:nvPr>
            <p:ph type="title" idx="9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602" name="Google Shape;602;p26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>
            <a:endParaRPr/>
          </a:p>
        </p:txBody>
      </p:sp>
      <p:sp>
        <p:nvSpPr>
          <p:cNvPr id="603" name="Google Shape;603;p26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Persona Infographic">
  <p:cSld name="BLANK_1_1_1_1_1_1_1_1_1_1_1_1_3">
    <p:bg>
      <p:bgPr>
        <a:solidFill>
          <a:schemeClr val="lt1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7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06" name="Google Shape;606;p27"/>
          <p:cNvSpPr>
            <a:spLocks noGrp="1"/>
          </p:cNvSpPr>
          <p:nvPr>
            <p:ph type="pic" idx="2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27"/>
          <p:cNvSpPr txBox="1">
            <a:spLocks noGrp="1"/>
          </p:cNvSpPr>
          <p:nvPr>
            <p:ph type="subTitle" idx="1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8" name="Google Shape;608;p27"/>
          <p:cNvSpPr txBox="1">
            <a:spLocks noGrp="1"/>
          </p:cNvSpPr>
          <p:nvPr>
            <p:ph type="subTitle" idx="3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27"/>
          <p:cNvSpPr txBox="1">
            <a:spLocks noGrp="1"/>
          </p:cNvSpPr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0" name="Google Shape;610;p27"/>
          <p:cNvSpPr txBox="1">
            <a:spLocks noGrp="1"/>
          </p:cNvSpPr>
          <p:nvPr>
            <p:ph type="title" idx="4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1" name="Google Shape;611;p27"/>
          <p:cNvSpPr txBox="1">
            <a:spLocks noGrp="1"/>
          </p:cNvSpPr>
          <p:nvPr>
            <p:ph type="title" idx="5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27"/>
          <p:cNvSpPr txBox="1">
            <a:spLocks noGrp="1"/>
          </p:cNvSpPr>
          <p:nvPr>
            <p:ph type="title" idx="6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3" name="Google Shape;613;p27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14" name="Google Shape;614;p27"/>
          <p:cNvSpPr txBox="1">
            <a:spLocks noGrp="1"/>
          </p:cNvSpPr>
          <p:nvPr>
            <p:ph type="title" idx="8"/>
          </p:nvPr>
        </p:nvSpPr>
        <p:spPr>
          <a:xfrm>
            <a:off x="115025" y="473240"/>
            <a:ext cx="6055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27"/>
          <p:cNvSpPr txBox="1">
            <a:spLocks noGrp="1"/>
          </p:cNvSpPr>
          <p:nvPr>
            <p:ph type="title" idx="9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27"/>
          <p:cNvSpPr txBox="1">
            <a:spLocks noGrp="1"/>
          </p:cNvSpPr>
          <p:nvPr>
            <p:ph type="subTitle" idx="13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17" name="Google Shape;617;p27"/>
          <p:cNvSpPr txBox="1">
            <a:spLocks noGrp="1"/>
          </p:cNvSpPr>
          <p:nvPr>
            <p:ph type="subTitle" idx="14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27"/>
          <p:cNvSpPr txBox="1">
            <a:spLocks noGrp="1"/>
          </p:cNvSpPr>
          <p:nvPr>
            <p:ph type="subTitle" idx="15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19" name="Google Shape;619;p27"/>
          <p:cNvSpPr txBox="1">
            <a:spLocks noGrp="1"/>
          </p:cNvSpPr>
          <p:nvPr>
            <p:ph type="subTitle" idx="16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27"/>
          <p:cNvSpPr txBox="1">
            <a:spLocks noGrp="1"/>
          </p:cNvSpPr>
          <p:nvPr>
            <p:ph type="subTitle" idx="17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27"/>
          <p:cNvSpPr txBox="1">
            <a:spLocks noGrp="1"/>
          </p:cNvSpPr>
          <p:nvPr>
            <p:ph type="subTitle" idx="18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27"/>
          <p:cNvSpPr txBox="1">
            <a:spLocks noGrp="1"/>
          </p:cNvSpPr>
          <p:nvPr>
            <p:ph type="title" idx="19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2">
  <p:cSld name="BLANK_1_1_1_1_1_1_1_1_1_1_1_1_1_1">
    <p:bg>
      <p:bgPr>
        <a:solidFill>
          <a:schemeClr val="lt1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25" name="Google Shape;625;p2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26" name="Google Shape;626;p2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27" name="Google Shape;627;p2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28" name="Google Shape;628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29" name="Google Shape;629;p2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30" name="Google Shape;630;p2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31" name="Google Shape;63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32" name="Google Shape;632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33" name="Google Shape;633;p2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34" name="Google Shape;634;p2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35" name="Google Shape;635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36" name="Google Shape;636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37" name="Google Shape;637;p2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38" name="Google Shape;638;p2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39" name="Google Shape;639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40" name="Google Shape;640;p28"/>
          <p:cNvSpPr/>
          <p:nvPr/>
        </p:nvSpPr>
        <p:spPr>
          <a:xfrm>
            <a:off x="7394250" y="-8100"/>
            <a:ext cx="1759750" cy="2691775"/>
          </a:xfrm>
          <a:custGeom>
            <a:avLst/>
            <a:gdLst/>
            <a:ahLst/>
            <a:cxnLst/>
            <a:rect l="l" t="t" r="r" b="b"/>
            <a:pathLst>
              <a:path w="70390" h="107671" extrusionOk="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41" name="Google Shape;641;p2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42" name="Google Shape;642;p28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6055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3" name="Google Shape;643;p28"/>
          <p:cNvSpPr txBox="1">
            <a:spLocks noGrp="1"/>
          </p:cNvSpPr>
          <p:nvPr>
            <p:ph type="title" idx="3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44" name="Google Shape;644;p28"/>
          <p:cNvSpPr txBox="1">
            <a:spLocks noGrp="1"/>
          </p:cNvSpPr>
          <p:nvPr>
            <p:ph type="title" idx="4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45" name="Google Shape;645;p28"/>
          <p:cNvSpPr txBox="1">
            <a:spLocks noGrp="1"/>
          </p:cNvSpPr>
          <p:nvPr>
            <p:ph type="title" idx="5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46" name="Google Shape;646;p28"/>
          <p:cNvSpPr txBox="1">
            <a:spLocks noGrp="1"/>
          </p:cNvSpPr>
          <p:nvPr>
            <p:ph type="body" idx="1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47" name="Google Shape;647;p28"/>
          <p:cNvSpPr txBox="1">
            <a:spLocks noGrp="1"/>
          </p:cNvSpPr>
          <p:nvPr>
            <p:ph type="body" idx="6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48" name="Google Shape;648;p28"/>
          <p:cNvSpPr txBox="1">
            <a:spLocks noGrp="1"/>
          </p:cNvSpPr>
          <p:nvPr>
            <p:ph type="body" idx="7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49" name="Google Shape;649;p28"/>
          <p:cNvSpPr txBox="1">
            <a:spLocks noGrp="1"/>
          </p:cNvSpPr>
          <p:nvPr>
            <p:ph type="body" idx="8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0" name="Google Shape;650;p28"/>
          <p:cNvSpPr txBox="1">
            <a:spLocks noGrp="1"/>
          </p:cNvSpPr>
          <p:nvPr>
            <p:ph type="body" idx="9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1" name="Google Shape;651;p28"/>
          <p:cNvSpPr txBox="1">
            <a:spLocks noGrp="1"/>
          </p:cNvSpPr>
          <p:nvPr>
            <p:ph type="body" idx="13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2" name="Google Shape;652;p28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5" name="Google Shape;655;p29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6" name="Google Shape;656;p29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57" name="Google Shape;657;p29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grpSp>
        <p:nvGrpSpPr>
          <p:cNvPr id="658" name="Google Shape;658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59" name="Google Shape;659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60" name="Google Shape;660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1" name="Google Shape;661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62" name="Google Shape;662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63" name="Google Shape;663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4" name="Google Shape;664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5" name="Google Shape;665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6" name="Google Shape;666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67" name="Google Shape;667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68" name="Google Shape;668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9" name="Google Shape;669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0" name="Google Shape;670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71" name="Google Shape;671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72" name="Google Shape;672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3" name="Google Shape;673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4" name="Google Shape;67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5" name="Google Shape;675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6" name="Google Shape;676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77" name="Google Shape;677;p29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8" name="Google Shape;678;p29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9" name="Google Shape;679;p29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0" name="Google Shape;680;p29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1" name="Google Shape;681;p29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82" name="Google Shape;682;p29"/>
          <p:cNvSpPr txBox="1">
            <a:spLocks noGrp="1"/>
          </p:cNvSpPr>
          <p:nvPr>
            <p:ph type="title" idx="5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83" name="Google Shape;683;p29"/>
          <p:cNvSpPr txBox="1">
            <a:spLocks noGrp="1"/>
          </p:cNvSpPr>
          <p:nvPr>
            <p:ph type="subTitle" idx="6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84" name="Google Shape;684;p29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29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29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9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29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BLANK_1_1_1_1_1_1_1_1_1_1_1_1_1_1_1_2_1">
    <p:bg>
      <p:bgPr>
        <a:solidFill>
          <a:schemeClr val="lt1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0"/>
          <p:cNvSpPr txBox="1">
            <a:spLocks noGrp="1"/>
          </p:cNvSpPr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30"/>
          <p:cNvSpPr txBox="1">
            <a:spLocks noGrp="1"/>
          </p:cNvSpPr>
          <p:nvPr>
            <p:ph type="title" idx="2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92" name="Google Shape;692;p30"/>
          <p:cNvSpPr txBox="1">
            <a:spLocks noGrp="1"/>
          </p:cNvSpPr>
          <p:nvPr>
            <p:ph type="title" idx="3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93" name="Google Shape;693;p30"/>
          <p:cNvSpPr txBox="1">
            <a:spLocks noGrp="1"/>
          </p:cNvSpPr>
          <p:nvPr>
            <p:ph type="title" idx="4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30"/>
          <p:cNvSpPr txBox="1">
            <a:spLocks noGrp="1"/>
          </p:cNvSpPr>
          <p:nvPr>
            <p:ph type="title" idx="5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95" name="Google Shape;695;p30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cxnSp>
        <p:nvCxnSpPr>
          <p:cNvPr id="696" name="Google Shape;696;p3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97" name="Google Shape;697;p3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98" name="Google Shape;698;p3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99" name="Google Shape;699;p3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0" name="Google Shape;700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01" name="Google Shape;701;p3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02" name="Google Shape;702;p3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3" name="Google Shape;703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4" name="Google Shape;704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5" name="Google Shape;705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06" name="Google Shape;706;p3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07" name="Google Shape;707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8" name="Google Shape;708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9" name="Google Shape;709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10" name="Google Shape;710;p3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11" name="Google Shape;711;p3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2" name="Google Shape;712;p3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3" name="Google Shape;713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4" name="Google Shape;714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5" name="Google Shape;715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16" name="Google Shape;716;p30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7" name="Google Shape;717;p30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8" name="Google Shape;718;p30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9" name="Google Shape;719;p30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0" name="Google Shape;720;p30"/>
          <p:cNvSpPr txBox="1">
            <a:spLocks noGrp="1"/>
          </p:cNvSpPr>
          <p:nvPr>
            <p:ph type="body" idx="6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1" name="Google Shape;721;p30"/>
          <p:cNvSpPr txBox="1">
            <a:spLocks noGrp="1"/>
          </p:cNvSpPr>
          <p:nvPr>
            <p:ph type="body" idx="7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2" name="Google Shape;722;p30"/>
          <p:cNvSpPr txBox="1">
            <a:spLocks noGrp="1"/>
          </p:cNvSpPr>
          <p:nvPr>
            <p:ph type="body" idx="8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3" name="Google Shape;723;p30"/>
          <p:cNvSpPr txBox="1">
            <a:spLocks noGrp="1"/>
          </p:cNvSpPr>
          <p:nvPr>
            <p:ph type="body" idx="9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4" name="Google Shape;724;p30"/>
          <p:cNvSpPr txBox="1">
            <a:spLocks noGrp="1"/>
          </p:cNvSpPr>
          <p:nvPr>
            <p:ph type="title" idx="13"/>
          </p:nvPr>
        </p:nvSpPr>
        <p:spPr>
          <a:xfrm>
            <a:off x="23997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5" name="Google Shape;725;p30"/>
          <p:cNvSpPr txBox="1">
            <a:spLocks noGrp="1"/>
          </p:cNvSpPr>
          <p:nvPr>
            <p:ph type="title" idx="14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6" name="Google Shape;726;p30"/>
          <p:cNvSpPr txBox="1">
            <a:spLocks noGrp="1"/>
          </p:cNvSpPr>
          <p:nvPr>
            <p:ph type="title" idx="15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7" name="Google Shape;727;p30"/>
          <p:cNvSpPr txBox="1">
            <a:spLocks noGrp="1"/>
          </p:cNvSpPr>
          <p:nvPr>
            <p:ph type="title" idx="16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8" name="Google Shape;728;p30"/>
          <p:cNvSpPr txBox="1">
            <a:spLocks noGrp="1"/>
          </p:cNvSpPr>
          <p:nvPr>
            <p:ph type="title" idx="17"/>
          </p:nvPr>
        </p:nvSpPr>
        <p:spPr>
          <a:xfrm>
            <a:off x="38100" y="319650"/>
            <a:ext cx="1827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29" name="Google Shape;729;p30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with caption">
  <p:cSld name="BLANK_1_1_1_1_1_1_1_1_1_1_1_1_1_1_1_1_1_1_2">
    <p:bg>
      <p:bgPr>
        <a:solidFill>
          <a:schemeClr val="lt1"/>
        </a:solidFill>
        <a:effectLst/>
      </p:bgPr>
    </p:bg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1"/>
          <p:cNvSpPr txBox="1">
            <a:spLocks noGrp="1"/>
          </p:cNvSpPr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32" name="Google Shape;732;p31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33" name="Google Shape;733;p31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34" name="Google Shape;734;p31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35" name="Google Shape;735;p3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6" name="Google Shape;736;p3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8" name="Google Shape;738;p3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9" name="Google Shape;739;p31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0" name="Google Shape;740;p3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1" name="Google Shape;741;p3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2" name="Google Shape;742;p3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3" name="Google Shape;743;p3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8" name="Google Shape;748;p3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9" name="Google Shape;749;p31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0" name="Google Shape;750;p31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3" name="Google Shape;753;p3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4" name="Google Shape;754;p3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55" name="Google Shape;755;p31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56" name="Google Shape;756;p31"/>
          <p:cNvSpPr>
            <a:spLocks noGrp="1"/>
          </p:cNvSpPr>
          <p:nvPr>
            <p:ph type="pic" idx="2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7" name="Google Shape;757;p31"/>
          <p:cNvSpPr>
            <a:spLocks noGrp="1"/>
          </p:cNvSpPr>
          <p:nvPr>
            <p:ph type="pic" idx="3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8" name="Google Shape;758;p31"/>
          <p:cNvSpPr>
            <a:spLocks noGrp="1"/>
          </p:cNvSpPr>
          <p:nvPr>
            <p:ph type="pic" idx="4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9" name="Google Shape;759;p31"/>
          <p:cNvSpPr txBox="1">
            <a:spLocks noGrp="1"/>
          </p:cNvSpPr>
          <p:nvPr>
            <p:ph type="subTitle" idx="1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0" name="Google Shape;760;p31"/>
          <p:cNvSpPr txBox="1">
            <a:spLocks noGrp="1"/>
          </p:cNvSpPr>
          <p:nvPr>
            <p:ph type="title" idx="5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1" name="Google Shape;761;p31"/>
          <p:cNvSpPr txBox="1">
            <a:spLocks noGrp="1"/>
          </p:cNvSpPr>
          <p:nvPr>
            <p:ph type="subTitle" idx="6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2" name="Google Shape;762;p31"/>
          <p:cNvSpPr txBox="1">
            <a:spLocks noGrp="1"/>
          </p:cNvSpPr>
          <p:nvPr>
            <p:ph type="title" idx="7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3" name="Google Shape;763;p31"/>
          <p:cNvSpPr txBox="1">
            <a:spLocks noGrp="1"/>
          </p:cNvSpPr>
          <p:nvPr>
            <p:ph type="subTitle" idx="8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4" name="Google Shape;764;p31"/>
          <p:cNvSpPr txBox="1">
            <a:spLocks noGrp="1"/>
          </p:cNvSpPr>
          <p:nvPr>
            <p:ph type="title" idx="9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5" name="Google Shape;765;p31"/>
          <p:cNvSpPr txBox="1">
            <a:spLocks noGrp="1"/>
          </p:cNvSpPr>
          <p:nvPr>
            <p:ph type="title" idx="13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66" name="Google Shape;766;p31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9" name="Google Shape;769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78" name="Google Shape;778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3" name="Google Shape;783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8" name="Google Shape;788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9" name="Google Shape;789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5" name="Google Shape;795;p4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4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9" name="Google Shape;799;p4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0" name="Google Shape;800;p4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1" name="Google Shape;801;p4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4" name="Google Shape;804;p4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5" name="Google Shape;805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4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7" name="Google Shape;807;p4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8" name="Google Shape;808;p4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4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2" name="Google Shape;812;p4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3" name="Google Shape;813;p4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4" name="Google Shape;814;p4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4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4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7" name="Google Shape;817;p4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8" name="Google Shape;818;p4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4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4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5" name="Google Shape;825;p4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6" name="Google Shape;826;p4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7" name="Google Shape;827;p4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8" name="Google Shape;82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4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0" name="Google Shape;830;p4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7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3" name="Google Shape;833;p47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4" name="Google Shape;834;p47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5" name="Google Shape;835;p47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6" name="Google Shape;836;p47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47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8" name="Google Shape;83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47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0" name="Google Shape;840;p47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1" name="Google Shape;841;p47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8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9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49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49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49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49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49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49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49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49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4" name="Google Shape;854;p49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sz="3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0" title="COLLEGE_logo_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9200" y="18838"/>
            <a:ext cx="1264800" cy="11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50"/>
          <p:cNvSpPr txBox="1"/>
          <p:nvPr/>
        </p:nvSpPr>
        <p:spPr>
          <a:xfrm>
            <a:off x="1429200" y="3628175"/>
            <a:ext cx="6285600" cy="236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8A5D0A"/>
                </a:solidFill>
                <a:latin typeface="Arial"/>
                <a:ea typeface="Arial"/>
                <a:cs typeface="Arial"/>
                <a:sym typeface="Arial"/>
              </a:rPr>
              <a:t>TECHNO INTERNATIONAL NEW TOWN</a:t>
            </a:r>
            <a:endParaRPr sz="2000" b="1" i="0" u="none" strike="noStrike" cap="none" dirty="0">
              <a:solidFill>
                <a:srgbClr val="8A5D0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rgbClr val="8A5D0A"/>
                </a:solidFill>
                <a:latin typeface="Arial"/>
                <a:ea typeface="Arial"/>
                <a:cs typeface="Arial"/>
                <a:sym typeface="Arial"/>
              </a:rPr>
              <a:t>Department of Master of Computer Applications</a:t>
            </a:r>
            <a:endParaRPr sz="2000" b="1" i="0" u="none" strike="noStrike" cap="none" dirty="0">
              <a:solidFill>
                <a:srgbClr val="8A5D0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0"/>
          <p:cNvSpPr txBox="1"/>
          <p:nvPr/>
        </p:nvSpPr>
        <p:spPr>
          <a:xfrm>
            <a:off x="1686272" y="821288"/>
            <a:ext cx="6427500" cy="93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1" u="none" strike="noStrike" cap="none">
                <a:solidFill>
                  <a:srgbClr val="553907"/>
                </a:solidFill>
                <a:latin typeface="Arial"/>
                <a:ea typeface="Arial"/>
                <a:cs typeface="Arial"/>
                <a:sym typeface="Arial"/>
              </a:rPr>
              <a:t>AIVORA – AI-Powered SaaS Platform</a:t>
            </a:r>
            <a:endParaRPr sz="2500" b="1" i="0" u="none" strike="noStrike" cap="none">
              <a:solidFill>
                <a:srgbClr val="5539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0"/>
          <p:cNvSpPr txBox="1"/>
          <p:nvPr/>
        </p:nvSpPr>
        <p:spPr>
          <a:xfrm>
            <a:off x="1950600" y="1658125"/>
            <a:ext cx="4758300" cy="2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Submitted by -   </a:t>
            </a:r>
            <a: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Niladri Banik</a:t>
            </a:r>
            <a:b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                           Subham Das</a:t>
            </a:r>
            <a:b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                                Manisha Bhuiya</a:t>
            </a:r>
            <a:b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                          Subham Giri</a:t>
            </a:r>
            <a:endParaRPr sz="1600" b="0" i="0" u="none" strike="noStrike" cap="non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              Supervised by -  </a:t>
            </a:r>
            <a:r>
              <a:rPr lang="en" sz="16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Prof. Sarasij Majumdar</a:t>
            </a:r>
            <a:endParaRPr sz="1600" b="0" i="0" u="none" strike="noStrike" cap="non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C0C0C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63" name="Google Shape;863;p50"/>
          <p:cNvPicPr preferRelativeResize="0"/>
          <p:nvPr/>
        </p:nvPicPr>
        <p:blipFill>
          <a:blip r:embed="rId4">
            <a:alphaModFix/>
          </a:blip>
          <a:srcRect t="12067" b="12067"/>
          <a:stretch/>
        </p:blipFill>
        <p:spPr>
          <a:xfrm>
            <a:off x="109480" y="0"/>
            <a:ext cx="1745574" cy="9662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1"/>
          <p:cNvSpPr txBox="1"/>
          <p:nvPr/>
        </p:nvSpPr>
        <p:spPr>
          <a:xfrm>
            <a:off x="0" y="2366467"/>
            <a:ext cx="605707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AIVORA – AI-Powered SaaS Platform for Smart Content Creation</a:t>
            </a:r>
            <a:endParaRPr sz="4000" b="1" i="1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1"/>
          <p:cNvSpPr txBox="1"/>
          <p:nvPr/>
        </p:nvSpPr>
        <p:spPr>
          <a:xfrm>
            <a:off x="-1" y="4558322"/>
            <a:ext cx="6440272" cy="70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Revolutionizing Content Creation with Intelligent Automation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1"/>
          <p:cNvSpPr/>
          <p:nvPr/>
        </p:nvSpPr>
        <p:spPr>
          <a:xfrm>
            <a:off x="-960451" y="4397036"/>
            <a:ext cx="8117769" cy="6971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6B63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2"/>
          <p:cNvSpPr txBox="1">
            <a:spLocks noGrp="1"/>
          </p:cNvSpPr>
          <p:nvPr>
            <p:ph type="title" idx="3"/>
          </p:nvPr>
        </p:nvSpPr>
        <p:spPr>
          <a:xfrm>
            <a:off x="115025" y="181625"/>
            <a:ext cx="3941700" cy="6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Contents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2"/>
          <p:cNvSpPr txBox="1">
            <a:spLocks noGrp="1"/>
          </p:cNvSpPr>
          <p:nvPr>
            <p:ph type="subTitle" idx="5"/>
          </p:nvPr>
        </p:nvSpPr>
        <p:spPr>
          <a:xfrm>
            <a:off x="4482800" y="32694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5.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2"/>
          <p:cNvSpPr txBox="1">
            <a:spLocks noGrp="1"/>
          </p:cNvSpPr>
          <p:nvPr>
            <p:ph type="subTitle" idx="6"/>
          </p:nvPr>
        </p:nvSpPr>
        <p:spPr>
          <a:xfrm>
            <a:off x="4740415" y="2847567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Diagrams 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2"/>
          <p:cNvSpPr txBox="1">
            <a:spLocks noGrp="1"/>
          </p:cNvSpPr>
          <p:nvPr>
            <p:ph type="subTitle" idx="7"/>
          </p:nvPr>
        </p:nvSpPr>
        <p:spPr>
          <a:xfrm>
            <a:off x="4482800" y="27517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4.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52"/>
          <p:cNvSpPr txBox="1">
            <a:spLocks noGrp="1"/>
          </p:cNvSpPr>
          <p:nvPr>
            <p:ph type="subTitle" idx="8"/>
          </p:nvPr>
        </p:nvSpPr>
        <p:spPr>
          <a:xfrm>
            <a:off x="4740415" y="2287012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Technology Stack And Project Planning 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2"/>
          <p:cNvSpPr txBox="1">
            <a:spLocks noGrp="1"/>
          </p:cNvSpPr>
          <p:nvPr>
            <p:ph type="subTitle" idx="9"/>
          </p:nvPr>
        </p:nvSpPr>
        <p:spPr>
          <a:xfrm>
            <a:off x="4482800" y="221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3.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2"/>
          <p:cNvSpPr txBox="1">
            <a:spLocks noGrp="1"/>
          </p:cNvSpPr>
          <p:nvPr>
            <p:ph type="subTitle" idx="13"/>
          </p:nvPr>
        </p:nvSpPr>
        <p:spPr>
          <a:xfrm>
            <a:off x="4740415" y="167540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Objectives And Scope of the Project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2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2.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2"/>
          <p:cNvSpPr txBox="1">
            <a:spLocks noGrp="1"/>
          </p:cNvSpPr>
          <p:nvPr>
            <p:ph type="subTitle" idx="15"/>
          </p:nvPr>
        </p:nvSpPr>
        <p:spPr>
          <a:xfrm>
            <a:off x="4740415" y="1144587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Introduction And Overview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2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1.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2"/>
          <p:cNvSpPr txBox="1">
            <a:spLocks noGrp="1"/>
          </p:cNvSpPr>
          <p:nvPr>
            <p:ph type="subTitle" idx="1"/>
          </p:nvPr>
        </p:nvSpPr>
        <p:spPr>
          <a:xfrm>
            <a:off x="4740415" y="39411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Conclusion And Future Scope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2"/>
          <p:cNvSpPr txBox="1">
            <a:spLocks noGrp="1"/>
          </p:cNvSpPr>
          <p:nvPr>
            <p:ph type="subTitle" idx="2"/>
          </p:nvPr>
        </p:nvSpPr>
        <p:spPr>
          <a:xfrm>
            <a:off x="4482800" y="38540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b="0">
                <a:latin typeface="Arial"/>
                <a:ea typeface="Arial"/>
                <a:cs typeface="Arial"/>
                <a:sym typeface="Arial"/>
              </a:rPr>
              <a:t>6.</a:t>
            </a:r>
            <a:endParaRPr sz="16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2"/>
          <p:cNvSpPr txBox="1">
            <a:spLocks noGrp="1"/>
          </p:cNvSpPr>
          <p:nvPr>
            <p:ph type="subTitle" idx="4"/>
          </p:nvPr>
        </p:nvSpPr>
        <p:spPr>
          <a:xfrm>
            <a:off x="4740415" y="3363581"/>
            <a:ext cx="447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Module Interactions And Outputs of AIVORA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8" name="Google Shape;888;p52" title="Defaul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25" y="1933750"/>
            <a:ext cx="3424973" cy="28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3"/>
          <p:cNvSpPr txBox="1">
            <a:spLocks noGrp="1"/>
          </p:cNvSpPr>
          <p:nvPr>
            <p:ph type="title"/>
          </p:nvPr>
        </p:nvSpPr>
        <p:spPr>
          <a:xfrm>
            <a:off x="104250" y="211842"/>
            <a:ext cx="29187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3"/>
          <p:cNvSpPr txBox="1">
            <a:spLocks noGrp="1"/>
          </p:cNvSpPr>
          <p:nvPr>
            <p:ph type="subTitle" idx="1"/>
          </p:nvPr>
        </p:nvSpPr>
        <p:spPr>
          <a:xfrm>
            <a:off x="0" y="1763094"/>
            <a:ext cx="6100800" cy="27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Rapid growth of digital content platforms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Increasing use of Artificial Intelligence in creativity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content creation is time-consuming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Creators need fast, intelligent, and easy-to-use tools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AIVORA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an AI-based SaaS solution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4"/>
          <p:cNvSpPr txBox="1">
            <a:spLocks noGrp="1"/>
          </p:cNvSpPr>
          <p:nvPr>
            <p:ph type="subTitle" idx="1"/>
          </p:nvPr>
        </p:nvSpPr>
        <p:spPr>
          <a:xfrm>
            <a:off x="128284" y="2130600"/>
            <a:ext cx="8887432" cy="30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web-based SaaS application</a:t>
            </a:r>
            <a:b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AI Image Generation + AI Blog Title Creation + Article Creation + Image Object and Background Removal</a:t>
            </a:r>
            <a:br>
              <a:rPr lang="en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using PERN stack (PostgreSQL, Express.js, React, Node.js)</a:t>
            </a:r>
            <a:br>
              <a:rPr lang="en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for creators, students, marketers, and businesses</a:t>
            </a:r>
            <a:b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simplicity, speed, and scalability</a:t>
            </a:r>
            <a:b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000"/>
              <a:buNone/>
            </a:pPr>
            <a:endParaRPr sz="16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4"/>
          <p:cNvSpPr txBox="1">
            <a:spLocks noGrp="1"/>
          </p:cNvSpPr>
          <p:nvPr>
            <p:ph type="title" idx="2"/>
          </p:nvPr>
        </p:nvSpPr>
        <p:spPr>
          <a:xfrm>
            <a:off x="128284" y="0"/>
            <a:ext cx="48222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</a:pPr>
            <a:r>
              <a:rPr lang="en" sz="3600" b="1">
                <a:solidFill>
                  <a:srgbClr val="1B2022"/>
                </a:solidFill>
                <a:latin typeface="Arial"/>
                <a:ea typeface="Arial"/>
                <a:cs typeface="Arial"/>
                <a:sym typeface="Arial"/>
              </a:rPr>
              <a:t>Overview of AIVORA</a:t>
            </a:r>
            <a:endParaRPr sz="3600" b="1">
              <a:solidFill>
                <a:srgbClr val="1B20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5"/>
          <p:cNvSpPr txBox="1"/>
          <p:nvPr/>
        </p:nvSpPr>
        <p:spPr>
          <a:xfrm>
            <a:off x="178475" y="350400"/>
            <a:ext cx="43467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6" name="Google Shape;906;p55"/>
          <p:cNvGrpSpPr/>
          <p:nvPr/>
        </p:nvGrpSpPr>
        <p:grpSpPr>
          <a:xfrm>
            <a:off x="178464" y="1632510"/>
            <a:ext cx="6760594" cy="2993518"/>
            <a:chOff x="2395788" y="520850"/>
            <a:chExt cx="4352407" cy="3517648"/>
          </a:xfrm>
        </p:grpSpPr>
        <p:sp>
          <p:nvSpPr>
            <p:cNvPr id="907" name="Google Shape;907;p55"/>
            <p:cNvSpPr/>
            <p:nvPr/>
          </p:nvSpPr>
          <p:spPr>
            <a:xfrm>
              <a:off x="2395788" y="2858917"/>
              <a:ext cx="661800" cy="5727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2"/>
                <a:buFont typeface="Arial"/>
                <a:buNone/>
              </a:pPr>
              <a:r>
                <a:rPr lang="en" sz="2042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204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5"/>
            <p:cNvSpPr txBox="1"/>
            <p:nvPr/>
          </p:nvSpPr>
          <p:spPr>
            <a:xfrm>
              <a:off x="3157626" y="2935794"/>
              <a:ext cx="35904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1"/>
                <a:buFont typeface="Arial"/>
                <a:buNone/>
              </a:pPr>
              <a:r>
                <a:rPr lang="en" sz="1631" b="0" i="0" u="none" strike="noStrike" cap="none">
                  <a:solidFill>
                    <a:srgbClr val="151515"/>
                  </a:solidFill>
                  <a:latin typeface="Arial"/>
                  <a:ea typeface="Arial"/>
                  <a:cs typeface="Arial"/>
                  <a:sym typeface="Arial"/>
                </a:rPr>
                <a:t>Ensure secure user authentication</a:t>
              </a:r>
              <a:endParaRPr sz="1631" b="0" i="0" u="none" strike="noStrike" cap="non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2395788" y="3454430"/>
              <a:ext cx="661800" cy="5727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2"/>
                <a:buFont typeface="Arial"/>
                <a:buNone/>
              </a:pPr>
              <a:r>
                <a:rPr lang="en" sz="2042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204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5"/>
            <p:cNvSpPr txBox="1"/>
            <p:nvPr/>
          </p:nvSpPr>
          <p:spPr>
            <a:xfrm>
              <a:off x="3157626" y="3531325"/>
              <a:ext cx="35904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1"/>
                <a:buFont typeface="Arial"/>
                <a:buNone/>
              </a:pPr>
              <a:r>
                <a:rPr lang="en" sz="1631" b="0" i="0" u="none" strike="noStrike" cap="none">
                  <a:solidFill>
                    <a:srgbClr val="151515"/>
                  </a:solidFill>
                  <a:latin typeface="Arial"/>
                  <a:ea typeface="Arial"/>
                  <a:cs typeface="Arial"/>
                  <a:sym typeface="Arial"/>
                </a:rPr>
                <a:t>Build a scalable cloud-based SaaS platform</a:t>
              </a:r>
              <a:endParaRPr sz="1631" b="0" i="0" u="none" strike="noStrike" cap="non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1" name="Google Shape;911;p55"/>
            <p:cNvCxnSpPr/>
            <p:nvPr/>
          </p:nvCxnSpPr>
          <p:spPr>
            <a:xfrm>
              <a:off x="3087595" y="3442986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2" name="Google Shape;912;p55"/>
            <p:cNvSpPr/>
            <p:nvPr/>
          </p:nvSpPr>
          <p:spPr>
            <a:xfrm>
              <a:off x="2395788" y="1398181"/>
              <a:ext cx="661800" cy="5727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2"/>
                <a:buFont typeface="Arial"/>
                <a:buNone/>
              </a:pPr>
              <a:r>
                <a:rPr lang="en" sz="2042" b="0" i="0" u="none" strike="noStrike" cap="none">
                  <a:solidFill>
                    <a:srgbClr val="1B2022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2042" b="0" i="0" u="none" strike="noStrike" cap="none">
                <a:solidFill>
                  <a:srgbClr val="1B20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5"/>
            <p:cNvSpPr txBox="1"/>
            <p:nvPr/>
          </p:nvSpPr>
          <p:spPr>
            <a:xfrm>
              <a:off x="3157626" y="1475066"/>
              <a:ext cx="35904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5"/>
                <a:buFont typeface="Arial"/>
                <a:buNone/>
              </a:pPr>
              <a:r>
                <a:rPr lang="en" sz="1645" b="0" i="0" u="none" strike="noStrike" cap="none">
                  <a:solidFill>
                    <a:srgbClr val="151515"/>
                  </a:solidFill>
                  <a:latin typeface="Arial"/>
                  <a:ea typeface="Arial"/>
                  <a:cs typeface="Arial"/>
                  <a:sym typeface="Arial"/>
                </a:rPr>
                <a:t>Generate SEO-friendly blog titles</a:t>
              </a:r>
              <a:endParaRPr sz="1645" b="0" i="0" u="none" strike="noStrike" cap="non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4" name="Google Shape;914;p55"/>
            <p:cNvCxnSpPr/>
            <p:nvPr/>
          </p:nvCxnSpPr>
          <p:spPr>
            <a:xfrm>
              <a:off x="3087595" y="1386737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5" name="Google Shape;915;p55"/>
            <p:cNvCxnSpPr/>
            <p:nvPr/>
          </p:nvCxnSpPr>
          <p:spPr>
            <a:xfrm>
              <a:off x="3087595" y="1982249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6" name="Google Shape;916;p55"/>
            <p:cNvCxnSpPr/>
            <p:nvPr/>
          </p:nvCxnSpPr>
          <p:spPr>
            <a:xfrm>
              <a:off x="3087595" y="4038498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7" name="Google Shape;917;p55"/>
            <p:cNvCxnSpPr/>
            <p:nvPr/>
          </p:nvCxnSpPr>
          <p:spPr>
            <a:xfrm>
              <a:off x="3087595" y="2847473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8" name="Google Shape;918;p55"/>
            <p:cNvSpPr/>
            <p:nvPr/>
          </p:nvSpPr>
          <p:spPr>
            <a:xfrm>
              <a:off x="2395788" y="1993693"/>
              <a:ext cx="661800" cy="8424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2"/>
                <a:buFont typeface="Arial"/>
                <a:buNone/>
              </a:pPr>
              <a:r>
                <a:rPr lang="en" sz="204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204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5"/>
            <p:cNvSpPr txBox="1"/>
            <p:nvPr/>
          </p:nvSpPr>
          <p:spPr>
            <a:xfrm>
              <a:off x="3157649" y="2079696"/>
              <a:ext cx="35904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5"/>
                <a:buFont typeface="Arial"/>
                <a:buNone/>
              </a:pPr>
              <a:r>
                <a:rPr lang="en" sz="1645" b="0" i="0" u="none" strike="noStrike" cap="none">
                  <a:solidFill>
                    <a:srgbClr val="151515"/>
                  </a:solidFill>
                  <a:latin typeface="Arial"/>
                  <a:ea typeface="Arial"/>
                  <a:cs typeface="Arial"/>
                  <a:sym typeface="Arial"/>
                </a:rPr>
                <a:t>Provide a clean and responsive user interface</a:t>
              </a:r>
              <a:endParaRPr sz="1645" b="0" i="0" u="none" strike="noStrike" cap="non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5"/>
            <p:cNvSpPr/>
            <p:nvPr/>
          </p:nvSpPr>
          <p:spPr>
            <a:xfrm>
              <a:off x="2395788" y="528331"/>
              <a:ext cx="661800" cy="8469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42"/>
                <a:buFont typeface="Arial"/>
                <a:buNone/>
              </a:pPr>
              <a:r>
                <a:rPr lang="en" sz="2042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204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5"/>
            <p:cNvSpPr txBox="1"/>
            <p:nvPr/>
          </p:nvSpPr>
          <p:spPr>
            <a:xfrm>
              <a:off x="3157649" y="616647"/>
              <a:ext cx="35904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800" tIns="77800" rIns="77800" bIns="7780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5"/>
                <a:buFont typeface="Arial"/>
                <a:buNone/>
              </a:pPr>
              <a:r>
                <a:rPr lang="en" sz="1645" b="0" i="0" u="none" strike="noStrike" cap="none">
                  <a:solidFill>
                    <a:srgbClr val="151515"/>
                  </a:solidFill>
                  <a:latin typeface="Arial"/>
                  <a:ea typeface="Arial"/>
                  <a:cs typeface="Arial"/>
                  <a:sym typeface="Arial"/>
                </a:rPr>
                <a:t>Automate image creation using AI</a:t>
              </a:r>
              <a:endParaRPr sz="1645" b="0" i="0" u="none" strike="noStrike" cap="none">
                <a:solidFill>
                  <a:srgbClr val="151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2" name="Google Shape;922;p55"/>
            <p:cNvCxnSpPr/>
            <p:nvPr/>
          </p:nvCxnSpPr>
          <p:spPr>
            <a:xfrm>
              <a:off x="3087595" y="520850"/>
              <a:ext cx="3660600" cy="0"/>
            </a:xfrm>
            <a:prstGeom prst="straightConnector1">
              <a:avLst/>
            </a:prstGeom>
            <a:noFill/>
            <a:ln w="9525" cap="flat" cmpd="sng">
              <a:solidFill>
                <a:srgbClr val="C0C0C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6"/>
          <p:cNvSpPr txBox="1"/>
          <p:nvPr/>
        </p:nvSpPr>
        <p:spPr>
          <a:xfrm>
            <a:off x="67925" y="57375"/>
            <a:ext cx="5630976" cy="6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Scope Of the Project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8" name="Google Shape;928;p56"/>
          <p:cNvGrpSpPr/>
          <p:nvPr/>
        </p:nvGrpSpPr>
        <p:grpSpPr>
          <a:xfrm>
            <a:off x="46330" y="850701"/>
            <a:ext cx="4578895" cy="3979111"/>
            <a:chOff x="2795550" y="228600"/>
            <a:chExt cx="3669000" cy="4686300"/>
          </a:xfrm>
        </p:grpSpPr>
        <p:sp>
          <p:nvSpPr>
            <p:cNvPr id="929" name="Google Shape;929;p56"/>
            <p:cNvSpPr/>
            <p:nvPr/>
          </p:nvSpPr>
          <p:spPr>
            <a:xfrm>
              <a:off x="2795550" y="228600"/>
              <a:ext cx="3552900" cy="4686300"/>
            </a:xfrm>
            <a:prstGeom prst="roundRect">
              <a:avLst>
                <a:gd name="adj" fmla="val 6261"/>
              </a:avLst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6"/>
            <p:cNvSpPr txBox="1"/>
            <p:nvPr/>
          </p:nvSpPr>
          <p:spPr>
            <a:xfrm>
              <a:off x="2795550" y="1737905"/>
              <a:ext cx="3669000" cy="278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0" indent="-330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mes New Roman"/>
                <a:buChar char="❏"/>
              </a:pP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 Image Generator</a:t>
              </a: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mes New Roman"/>
                <a:buChar char="❏"/>
              </a:pP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 Blog Title Generator</a:t>
              </a: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mes New Roman"/>
                <a:buChar char="❏"/>
              </a:pP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Login &amp; Registration</a:t>
              </a: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mes New Roman"/>
                <a:buChar char="❏"/>
              </a:pP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Dashboard with Content </a:t>
              </a:r>
              <a:r>
                <a:rPr lang="en" sz="1600" dirty="0">
                  <a:solidFill>
                    <a:schemeClr val="lt1"/>
                  </a:solidFill>
                </a:rPr>
                <a:t>H</a:t>
              </a: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istory</a:t>
              </a: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0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mes New Roman"/>
                <a:buChar char="❏"/>
              </a:pPr>
              <a:r>
                <a:rPr lang="en" sz="16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Web-based SaaS Access</a:t>
              </a: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6"/>
            <p:cNvSpPr txBox="1"/>
            <p:nvPr/>
          </p:nvSpPr>
          <p:spPr>
            <a:xfrm>
              <a:off x="2878800" y="569931"/>
              <a:ext cx="3386400" cy="965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Included Features:</a:t>
              </a:r>
              <a:endPara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2" name="Google Shape;932;p56"/>
          <p:cNvSpPr/>
          <p:nvPr/>
        </p:nvSpPr>
        <p:spPr>
          <a:xfrm>
            <a:off x="4586459" y="850675"/>
            <a:ext cx="4511211" cy="3979137"/>
          </a:xfrm>
          <a:prstGeom prst="roundRect">
            <a:avLst>
              <a:gd name="adj" fmla="val 6261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6"/>
          <p:cNvSpPr txBox="1"/>
          <p:nvPr/>
        </p:nvSpPr>
        <p:spPr>
          <a:xfrm>
            <a:off x="4669840" y="934908"/>
            <a:ext cx="4625876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Excluded Features: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6"/>
          <p:cNvSpPr txBox="1"/>
          <p:nvPr/>
        </p:nvSpPr>
        <p:spPr>
          <a:xfrm>
            <a:off x="4480333" y="2132243"/>
            <a:ext cx="4303541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❏"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Video Editing </a:t>
            </a:r>
            <a:r>
              <a:rPr lang="en" sz="1600" dirty="0">
                <a:solidFill>
                  <a:schemeClr val="lt1"/>
                </a:solidFill>
              </a:rPr>
              <a:t>T</a:t>
            </a: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ools</a:t>
            </a:r>
            <a:b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❏"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  <a:b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❏"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Advanced Billing (Future </a:t>
            </a:r>
            <a:r>
              <a:rPr lang="en" sz="1600" dirty="0">
                <a:solidFill>
                  <a:schemeClr val="lt1"/>
                </a:solidFill>
              </a:rPr>
              <a:t>S</a:t>
            </a: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cope)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/>
        </p:nvSpPr>
        <p:spPr>
          <a:xfrm>
            <a:off x="2482650" y="65850"/>
            <a:ext cx="41787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Technology Stack 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7"/>
          <p:cNvGrpSpPr/>
          <p:nvPr/>
        </p:nvGrpSpPr>
        <p:grpSpPr>
          <a:xfrm>
            <a:off x="898478" y="844731"/>
            <a:ext cx="7677361" cy="3983216"/>
            <a:chOff x="2428872" y="1255050"/>
            <a:chExt cx="4478946" cy="2633531"/>
          </a:xfrm>
        </p:grpSpPr>
        <p:pic>
          <p:nvPicPr>
            <p:cNvPr id="941" name="Google Shape;941;p57" title="Default (1).png"/>
            <p:cNvPicPr preferRelativeResize="0"/>
            <p:nvPr/>
          </p:nvPicPr>
          <p:blipFill rotWithShape="1">
            <a:blip r:embed="rId3">
              <a:alphaModFix/>
            </a:blip>
            <a:srcRect l="6693" r="6693"/>
            <a:stretch/>
          </p:blipFill>
          <p:spPr>
            <a:xfrm>
              <a:off x="2428872" y="1255113"/>
              <a:ext cx="2085900" cy="2633400"/>
            </a:xfrm>
            <a:prstGeom prst="roundRect">
              <a:avLst>
                <a:gd name="adj" fmla="val 9227"/>
              </a:avLst>
            </a:prstGeom>
            <a:noFill/>
            <a:ln>
              <a:noFill/>
            </a:ln>
          </p:spPr>
        </p:pic>
        <p:sp>
          <p:nvSpPr>
            <p:cNvPr id="942" name="Google Shape;942;p57"/>
            <p:cNvSpPr/>
            <p:nvPr/>
          </p:nvSpPr>
          <p:spPr>
            <a:xfrm>
              <a:off x="4514863" y="1255050"/>
              <a:ext cx="2200200" cy="433200"/>
            </a:xfrm>
            <a:prstGeom prst="roundRect">
              <a:avLst>
                <a:gd name="adj" fmla="val 46272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7250" tIns="127250" rIns="127250" bIns="127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8"/>
                <a:buFont typeface="Arial"/>
                <a:buNone/>
              </a:pPr>
              <a:endParaRPr sz="194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7"/>
            <p:cNvSpPr/>
            <p:nvPr/>
          </p:nvSpPr>
          <p:spPr>
            <a:xfrm>
              <a:off x="4514863" y="27884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127250" tIns="127250" rIns="127250" bIns="127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8"/>
                <a:buFont typeface="Arial"/>
                <a:buNone/>
              </a:pPr>
              <a:endParaRPr sz="194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7"/>
            <p:cNvSpPr/>
            <p:nvPr/>
          </p:nvSpPr>
          <p:spPr>
            <a:xfrm>
              <a:off x="5615019" y="27884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CDE2EB"/>
            </a:solidFill>
            <a:ln>
              <a:noFill/>
            </a:ln>
          </p:spPr>
          <p:txBody>
            <a:bodyPr spcFirstLastPara="1" wrap="square" lIns="127250" tIns="127250" rIns="127250" bIns="127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8"/>
                <a:buFont typeface="Arial"/>
                <a:buNone/>
              </a:pPr>
              <a:endParaRPr sz="194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7"/>
            <p:cNvSpPr/>
            <p:nvPr/>
          </p:nvSpPr>
          <p:spPr>
            <a:xfrm>
              <a:off x="4514863" y="16883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CDE2EB"/>
            </a:solidFill>
            <a:ln>
              <a:noFill/>
            </a:ln>
          </p:spPr>
          <p:txBody>
            <a:bodyPr spcFirstLastPara="1" wrap="square" lIns="127250" tIns="127250" rIns="127250" bIns="127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8"/>
                <a:buFont typeface="Arial"/>
                <a:buNone/>
              </a:pPr>
              <a:endParaRPr sz="194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7"/>
            <p:cNvSpPr/>
            <p:nvPr/>
          </p:nvSpPr>
          <p:spPr>
            <a:xfrm>
              <a:off x="5615019" y="1688381"/>
              <a:ext cx="1100100" cy="1100100"/>
            </a:xfrm>
            <a:prstGeom prst="roundRect">
              <a:avLst>
                <a:gd name="adj" fmla="val 16667"/>
              </a:avLst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127250" tIns="127250" rIns="127250" bIns="127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8"/>
                <a:buFont typeface="Arial"/>
                <a:buNone/>
              </a:pPr>
              <a:endParaRPr sz="194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7"/>
            <p:cNvSpPr txBox="1"/>
            <p:nvPr/>
          </p:nvSpPr>
          <p:spPr>
            <a:xfrm>
              <a:off x="4626913" y="1325880"/>
              <a:ext cx="1976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5"/>
                <a:buFont typeface="Arial"/>
                <a:buNone/>
              </a:pPr>
              <a:r>
                <a:rPr lang="en" sz="2405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PERN STACK</a:t>
              </a:r>
              <a:endParaRPr sz="2405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7"/>
            <p:cNvSpPr txBox="1"/>
            <p:nvPr/>
          </p:nvSpPr>
          <p:spPr>
            <a:xfrm>
              <a:off x="4618350" y="181522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000000"/>
                </a:buClr>
                <a:buSzPts val="1670"/>
                <a:buFont typeface="Arial"/>
                <a:buNone/>
              </a:pPr>
              <a:r>
                <a:rPr lang="en" sz="1670" b="1" i="0" u="sng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sz="167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React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Tailwind CSS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Axios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000000"/>
                </a:buClr>
                <a:buSzPts val="1391"/>
                <a:buFont typeface="Arial"/>
                <a:buNone/>
              </a:pP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7"/>
            <p:cNvSpPr txBox="1"/>
            <p:nvPr/>
          </p:nvSpPr>
          <p:spPr>
            <a:xfrm>
              <a:off x="5718525" y="181522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" sz="1650" b="1" i="0" u="sng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Backend</a:t>
              </a:r>
              <a:endParaRPr sz="165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Node.js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Express.js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7"/>
            <p:cNvSpPr txBox="1"/>
            <p:nvPr/>
          </p:nvSpPr>
          <p:spPr>
            <a:xfrm>
              <a:off x="4618350" y="2915375"/>
              <a:ext cx="893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" sz="1650" b="1" i="0" u="sng" strike="noStrike" cap="none">
                  <a:solidFill>
                    <a:srgbClr val="1B2022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  <a:br>
                <a:rPr lang="en" sz="1650" b="1" i="0" u="sng" strike="noStrike" cap="none">
                  <a:solidFill>
                    <a:srgbClr val="1B2022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650" b="1" i="0" u="sng" strike="noStrike" cap="none">
                <a:solidFill>
                  <a:srgbClr val="1B20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1B2022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rgbClr val="1B2022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  <a:endParaRPr sz="1391" b="0" i="0" u="none" strike="noStrike" cap="none">
                <a:solidFill>
                  <a:srgbClr val="1B20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7"/>
            <p:cNvSpPr txBox="1"/>
            <p:nvPr/>
          </p:nvSpPr>
          <p:spPr>
            <a:xfrm>
              <a:off x="5583018" y="2915376"/>
              <a:ext cx="1324800" cy="9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" sz="1650" b="1" i="0" u="sng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 Integration</a:t>
              </a:r>
              <a:endParaRPr sz="165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557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Image Generation Models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6979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92"/>
                <a:buFont typeface="Bricolage Grotesque"/>
                <a:buChar char="●"/>
              </a:pPr>
              <a:r>
                <a:rPr lang="en" sz="139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NLP-based title generation</a:t>
              </a:r>
              <a:endParaRPr sz="139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8"/>
          <p:cNvSpPr txBox="1"/>
          <p:nvPr/>
        </p:nvSpPr>
        <p:spPr>
          <a:xfrm>
            <a:off x="57374" y="46825"/>
            <a:ext cx="3986591" cy="6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Planning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8"/>
          <p:cNvSpPr txBox="1"/>
          <p:nvPr/>
        </p:nvSpPr>
        <p:spPr>
          <a:xfrm>
            <a:off x="113700" y="753900"/>
            <a:ext cx="4411500" cy="4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project duration: ~12 weeks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Followed Software Development Life Cycle (SDLC)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Phases: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Setup 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Development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Integration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b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ra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8" name="Google Shape;958;p58" title="Gantt Chart.png"/>
          <p:cNvPicPr preferRelativeResize="0"/>
          <p:nvPr/>
        </p:nvPicPr>
        <p:blipFill rotWithShape="1">
          <a:blip r:embed="rId3">
            <a:alphaModFix/>
          </a:blip>
          <a:srcRect l="3333" r="14348" b="39638"/>
          <a:stretch/>
        </p:blipFill>
        <p:spPr>
          <a:xfrm>
            <a:off x="2796100" y="1640850"/>
            <a:ext cx="6119301" cy="331247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9"/>
          <p:cNvSpPr txBox="1"/>
          <p:nvPr/>
        </p:nvSpPr>
        <p:spPr>
          <a:xfrm>
            <a:off x="61601" y="46276"/>
            <a:ext cx="6126698" cy="6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PERT Chart &amp; Scheduling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9"/>
          <p:cNvSpPr txBox="1"/>
          <p:nvPr/>
        </p:nvSpPr>
        <p:spPr>
          <a:xfrm>
            <a:off x="0" y="1304050"/>
            <a:ext cx="436613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 Medium"/>
              <a:buChar char="●"/>
            </a:pP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Identifies task dependencies</a:t>
            </a:r>
            <a:b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 Medium"/>
              <a:buChar char="●"/>
            </a:pP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Shows parallel development activities</a:t>
            </a:r>
            <a:b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 Medium"/>
              <a:buChar char="●"/>
            </a:pP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Helps identify critical path</a:t>
            </a:r>
            <a:b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 Medium"/>
              <a:buChar char="●"/>
            </a:pP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Ensures timely project completion</a:t>
            </a: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5" name="Google Shape;965;p59" title="PERT Chart.png"/>
          <p:cNvPicPr preferRelativeResize="0"/>
          <p:nvPr/>
        </p:nvPicPr>
        <p:blipFill rotWithShape="1">
          <a:blip r:embed="rId3">
            <a:alphaModFix/>
          </a:blip>
          <a:srcRect l="22320" t="15040" r="21085" b="17866"/>
          <a:stretch/>
        </p:blipFill>
        <p:spPr>
          <a:xfrm>
            <a:off x="4050872" y="828900"/>
            <a:ext cx="5056794" cy="32129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0"/>
          <p:cNvSpPr txBox="1"/>
          <p:nvPr/>
        </p:nvSpPr>
        <p:spPr>
          <a:xfrm>
            <a:off x="2847450" y="69550"/>
            <a:ext cx="3579108" cy="841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1" name="Google Shape;971;p60" title="Block Diagram.png"/>
          <p:cNvPicPr preferRelativeResize="0"/>
          <p:nvPr/>
        </p:nvPicPr>
        <p:blipFill rotWithShape="1">
          <a:blip r:embed="rId3">
            <a:alphaModFix/>
          </a:blip>
          <a:srcRect t="2711" b="15607"/>
          <a:stretch/>
        </p:blipFill>
        <p:spPr>
          <a:xfrm>
            <a:off x="152400" y="1041225"/>
            <a:ext cx="8839200" cy="374482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1"/>
          <p:cNvSpPr txBox="1"/>
          <p:nvPr/>
        </p:nvSpPr>
        <p:spPr>
          <a:xfrm>
            <a:off x="2609699" y="54200"/>
            <a:ext cx="4299815" cy="6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7" name="Google Shape;977;p61" title="Use Cse Diagr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1101" y="853925"/>
            <a:ext cx="5561799" cy="40584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2"/>
          <p:cNvSpPr txBox="1"/>
          <p:nvPr/>
        </p:nvSpPr>
        <p:spPr>
          <a:xfrm>
            <a:off x="139450" y="1571125"/>
            <a:ext cx="2923800" cy="168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Interaction Diagram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3" name="Google Shape;983;p62" title="Module Interaction Diagram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7138" y="304025"/>
            <a:ext cx="5464426" cy="4535451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3"/>
          <p:cNvSpPr txBox="1">
            <a:spLocks noGrp="1"/>
          </p:cNvSpPr>
          <p:nvPr>
            <p:ph type="title"/>
          </p:nvPr>
        </p:nvSpPr>
        <p:spPr>
          <a:xfrm>
            <a:off x="228600" y="1759800"/>
            <a:ext cx="33378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b="1">
                <a:latin typeface="Arial"/>
                <a:ea typeface="Arial"/>
                <a:cs typeface="Arial"/>
                <a:sym typeface="Arial"/>
              </a:rPr>
              <a:t>Implementation Overview</a:t>
            </a:r>
            <a:endParaRPr sz="3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3"/>
          <p:cNvSpPr txBox="1">
            <a:spLocks noGrp="1"/>
          </p:cNvSpPr>
          <p:nvPr>
            <p:ph type="subTitle" idx="1"/>
          </p:nvPr>
        </p:nvSpPr>
        <p:spPr>
          <a:xfrm>
            <a:off x="3949450" y="649075"/>
            <a:ext cx="5125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Backend APIs developed using Express.js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63"/>
          <p:cNvSpPr txBox="1">
            <a:spLocks noGrp="1"/>
          </p:cNvSpPr>
          <p:nvPr>
            <p:ph type="subTitle" idx="2"/>
          </p:nvPr>
        </p:nvSpPr>
        <p:spPr>
          <a:xfrm>
            <a:off x="3949450" y="1308300"/>
            <a:ext cx="5783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Secure authentication using token-based system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63"/>
          <p:cNvSpPr txBox="1">
            <a:spLocks noGrp="1"/>
          </p:cNvSpPr>
          <p:nvPr>
            <p:ph type="subTitle" idx="3"/>
          </p:nvPr>
        </p:nvSpPr>
        <p:spPr>
          <a:xfrm>
            <a:off x="3949450" y="3887100"/>
            <a:ext cx="4811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Dashboard stores user-generated content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3"/>
          <p:cNvSpPr txBox="1">
            <a:spLocks noGrp="1"/>
          </p:cNvSpPr>
          <p:nvPr>
            <p:ph type="subTitle" idx="4"/>
          </p:nvPr>
        </p:nvSpPr>
        <p:spPr>
          <a:xfrm>
            <a:off x="3949450" y="2140425"/>
            <a:ext cx="49533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AI APIs integrated for images and titles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3"/>
          <p:cNvSpPr txBox="1">
            <a:spLocks noGrp="1"/>
          </p:cNvSpPr>
          <p:nvPr>
            <p:ph type="subTitle" idx="6"/>
          </p:nvPr>
        </p:nvSpPr>
        <p:spPr>
          <a:xfrm>
            <a:off x="3955889" y="2972540"/>
            <a:ext cx="4647198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Frontend communicates via REST APIs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" name="Google Shape;994;p63"/>
          <p:cNvCxnSpPr>
            <a:endCxn id="988" idx="3"/>
          </p:cNvCxnSpPr>
          <p:nvPr/>
        </p:nvCxnSpPr>
        <p:spPr>
          <a:xfrm>
            <a:off x="2005200" y="736050"/>
            <a:ext cx="1561200" cy="176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5" name="Google Shape;995;p63"/>
          <p:cNvCxnSpPr>
            <a:stCxn id="988" idx="3"/>
          </p:cNvCxnSpPr>
          <p:nvPr/>
        </p:nvCxnSpPr>
        <p:spPr>
          <a:xfrm flipH="1">
            <a:off x="1897500" y="2501850"/>
            <a:ext cx="1668900" cy="74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6" name="Google Shape;996;p63"/>
          <p:cNvCxnSpPr>
            <a:endCxn id="992" idx="1"/>
          </p:cNvCxnSpPr>
          <p:nvPr/>
        </p:nvCxnSpPr>
        <p:spPr>
          <a:xfrm>
            <a:off x="1926550" y="278775"/>
            <a:ext cx="2022900" cy="21330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7" name="Google Shape;997;p63"/>
          <p:cNvCxnSpPr>
            <a:stCxn id="992" idx="1"/>
          </p:cNvCxnSpPr>
          <p:nvPr/>
        </p:nvCxnSpPr>
        <p:spPr>
          <a:xfrm flipH="1">
            <a:off x="1887250" y="2411775"/>
            <a:ext cx="2062200" cy="20502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4"/>
          <p:cNvSpPr txBox="1"/>
          <p:nvPr/>
        </p:nvSpPr>
        <p:spPr>
          <a:xfrm>
            <a:off x="2543850" y="-109950"/>
            <a:ext cx="4228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Login &amp; Registration</a:t>
            </a:r>
            <a:endParaRPr sz="3200" b="1" dirty="0"/>
          </a:p>
        </p:txBody>
      </p:sp>
      <p:grpSp>
        <p:nvGrpSpPr>
          <p:cNvPr id="1003" name="Google Shape;1003;p64"/>
          <p:cNvGrpSpPr/>
          <p:nvPr/>
        </p:nvGrpSpPr>
        <p:grpSpPr>
          <a:xfrm>
            <a:off x="1004876" y="3678701"/>
            <a:ext cx="7306459" cy="1477101"/>
            <a:chOff x="1134675" y="1504780"/>
            <a:chExt cx="6763988" cy="2163300"/>
          </a:xfrm>
        </p:grpSpPr>
        <p:sp>
          <p:nvSpPr>
            <p:cNvPr id="1004" name="Google Shape;1004;p64"/>
            <p:cNvSpPr txBox="1"/>
            <p:nvPr/>
          </p:nvSpPr>
          <p:spPr>
            <a:xfrm>
              <a:off x="1174546" y="1900118"/>
              <a:ext cx="603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rgbClr val="4F4B5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01</a:t>
              </a:r>
              <a:endParaRPr sz="3000" b="1" dirty="0">
                <a:solidFill>
                  <a:srgbClr val="4F4B5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05" name="Google Shape;1005;p64"/>
            <p:cNvCxnSpPr/>
            <p:nvPr/>
          </p:nvCxnSpPr>
          <p:spPr>
            <a:xfrm>
              <a:off x="1134675" y="1528325"/>
              <a:ext cx="0" cy="21291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6" name="Google Shape;1006;p64"/>
            <p:cNvSpPr txBox="1"/>
            <p:nvPr/>
          </p:nvSpPr>
          <p:spPr>
            <a:xfrm>
              <a:off x="1174552" y="2891185"/>
              <a:ext cx="149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4F4B5F"/>
                  </a:solidFill>
                </a:rPr>
                <a:t>Secure user authentication</a:t>
              </a:r>
              <a:endParaRPr sz="1200" b="1" dirty="0">
                <a:solidFill>
                  <a:srgbClr val="4F4B5F"/>
                </a:solidFill>
              </a:endParaRPr>
            </a:p>
          </p:txBody>
        </p:sp>
        <p:sp>
          <p:nvSpPr>
            <p:cNvPr id="1007" name="Google Shape;1007;p64"/>
            <p:cNvSpPr txBox="1"/>
            <p:nvPr/>
          </p:nvSpPr>
          <p:spPr>
            <a:xfrm>
              <a:off x="2990747" y="2833183"/>
              <a:ext cx="10131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rgbClr val="1D5930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02</a:t>
              </a:r>
              <a:endParaRPr sz="3000" b="1" dirty="0">
                <a:solidFill>
                  <a:srgbClr val="1D5930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08" name="Google Shape;1008;p64"/>
            <p:cNvCxnSpPr/>
            <p:nvPr/>
          </p:nvCxnSpPr>
          <p:spPr>
            <a:xfrm>
              <a:off x="2912688" y="1504780"/>
              <a:ext cx="0" cy="21633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9" name="Google Shape;1009;p64"/>
            <p:cNvSpPr txBox="1"/>
            <p:nvPr/>
          </p:nvSpPr>
          <p:spPr>
            <a:xfrm>
              <a:off x="2990732" y="2344726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1D5930"/>
                  </a:solidFill>
                </a:rPr>
                <a:t>New users can register easily</a:t>
              </a:r>
              <a:endParaRPr sz="1200" b="1" dirty="0">
                <a:solidFill>
                  <a:srgbClr val="1D5930"/>
                </a:solidFill>
              </a:endParaRPr>
            </a:p>
          </p:txBody>
        </p:sp>
        <p:sp>
          <p:nvSpPr>
            <p:cNvPr id="1010" name="Google Shape;1010;p64"/>
            <p:cNvSpPr txBox="1"/>
            <p:nvPr/>
          </p:nvSpPr>
          <p:spPr>
            <a:xfrm>
              <a:off x="4804868" y="1939579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rgbClr val="E5622B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03</a:t>
              </a:r>
              <a:endParaRPr sz="3000" b="1" dirty="0">
                <a:solidFill>
                  <a:srgbClr val="E5622B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11" name="Google Shape;1011;p64"/>
            <p:cNvCxnSpPr/>
            <p:nvPr/>
          </p:nvCxnSpPr>
          <p:spPr>
            <a:xfrm>
              <a:off x="4679363" y="1597763"/>
              <a:ext cx="0" cy="20550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2" name="Google Shape;1012;p64"/>
            <p:cNvSpPr txBox="1"/>
            <p:nvPr/>
          </p:nvSpPr>
          <p:spPr>
            <a:xfrm>
              <a:off x="4810563" y="2960826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E5622B"/>
                  </a:solidFill>
                </a:rPr>
                <a:t>Existing users can log in</a:t>
              </a:r>
              <a:endParaRPr sz="1200" b="1" dirty="0">
                <a:solidFill>
                  <a:srgbClr val="E5622B"/>
                </a:solidFill>
              </a:endParaRPr>
            </a:p>
          </p:txBody>
        </p:sp>
        <p:sp>
          <p:nvSpPr>
            <p:cNvPr id="1013" name="Google Shape;1013;p64"/>
            <p:cNvSpPr txBox="1"/>
            <p:nvPr/>
          </p:nvSpPr>
          <p:spPr>
            <a:xfrm>
              <a:off x="6535416" y="2833183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684BA9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04</a:t>
              </a:r>
              <a:endParaRPr sz="3000" b="1">
                <a:solidFill>
                  <a:srgbClr val="684BA9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14" name="Google Shape;1014;p64"/>
            <p:cNvCxnSpPr/>
            <p:nvPr/>
          </p:nvCxnSpPr>
          <p:spPr>
            <a:xfrm>
              <a:off x="6457400" y="1504788"/>
              <a:ext cx="0" cy="21525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5" name="Google Shape;1015;p64"/>
            <p:cNvSpPr txBox="1"/>
            <p:nvPr/>
          </p:nvSpPr>
          <p:spPr>
            <a:xfrm>
              <a:off x="6555563" y="2045018"/>
              <a:ext cx="1343100" cy="66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84BA9"/>
                  </a:solidFill>
                </a:rPr>
                <a:t>Input validation and error handling</a:t>
              </a:r>
              <a:endParaRPr sz="1200" b="1">
                <a:solidFill>
                  <a:srgbClr val="684BA9"/>
                </a:solidFill>
              </a:endParaRPr>
            </a:p>
          </p:txBody>
        </p:sp>
      </p:grpSp>
      <p:pic>
        <p:nvPicPr>
          <p:cNvPr id="1016" name="Google Shape;1016;p64" title="WhatsApp Image 2025-12-22 at 9.18.55 AM.jpeg"/>
          <p:cNvPicPr preferRelativeResize="0"/>
          <p:nvPr/>
        </p:nvPicPr>
        <p:blipFill rotWithShape="1">
          <a:blip r:embed="rId3">
            <a:alphaModFix/>
          </a:blip>
          <a:srcRect l="3203" t="3914" r="3928" b="2880"/>
          <a:stretch/>
        </p:blipFill>
        <p:spPr>
          <a:xfrm>
            <a:off x="1466950" y="567150"/>
            <a:ext cx="3191150" cy="33936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17" name="Google Shape;1017;p64" title="WhatsApp Image 2025-12-22 at 9.25.41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848" y="567150"/>
            <a:ext cx="3230600" cy="33936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65" title="WhatsApp Image 2025-12-22 at 3.06.24 AM.jpeg"/>
          <p:cNvPicPr preferRelativeResize="0"/>
          <p:nvPr/>
        </p:nvPicPr>
        <p:blipFill rotWithShape="1">
          <a:blip r:embed="rId3">
            <a:alphaModFix/>
          </a:blip>
          <a:srcRect r="14987"/>
          <a:stretch/>
        </p:blipFill>
        <p:spPr>
          <a:xfrm>
            <a:off x="695700" y="521594"/>
            <a:ext cx="7938248" cy="341674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3" name="Google Shape;1023;p65"/>
          <p:cNvSpPr txBox="1"/>
          <p:nvPr/>
        </p:nvSpPr>
        <p:spPr>
          <a:xfrm>
            <a:off x="2589750" y="-109950"/>
            <a:ext cx="4136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/>
              <a:t>AI Image Generation</a:t>
            </a:r>
            <a:endParaRPr sz="3200" b="1"/>
          </a:p>
        </p:txBody>
      </p:sp>
      <p:grpSp>
        <p:nvGrpSpPr>
          <p:cNvPr id="1024" name="Google Shape;1024;p65"/>
          <p:cNvGrpSpPr/>
          <p:nvPr/>
        </p:nvGrpSpPr>
        <p:grpSpPr>
          <a:xfrm>
            <a:off x="1004876" y="3938342"/>
            <a:ext cx="7466876" cy="1217460"/>
            <a:chOff x="1134675" y="1504780"/>
            <a:chExt cx="6912494" cy="2163300"/>
          </a:xfrm>
        </p:grpSpPr>
        <p:sp>
          <p:nvSpPr>
            <p:cNvPr id="1025" name="Google Shape;1025;p65"/>
            <p:cNvSpPr txBox="1"/>
            <p:nvPr/>
          </p:nvSpPr>
          <p:spPr>
            <a:xfrm>
              <a:off x="1174546" y="1900118"/>
              <a:ext cx="603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4F4B5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01</a:t>
              </a:r>
              <a:endParaRPr sz="3000" b="1">
                <a:solidFill>
                  <a:srgbClr val="4F4B5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26" name="Google Shape;1026;p65"/>
            <p:cNvCxnSpPr/>
            <p:nvPr/>
          </p:nvCxnSpPr>
          <p:spPr>
            <a:xfrm>
              <a:off x="1134675" y="1528325"/>
              <a:ext cx="0" cy="21291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7" name="Google Shape;1027;p65"/>
            <p:cNvSpPr txBox="1"/>
            <p:nvPr/>
          </p:nvSpPr>
          <p:spPr>
            <a:xfrm>
              <a:off x="1174552" y="2891185"/>
              <a:ext cx="149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4F4B5F"/>
                  </a:solidFill>
                </a:rPr>
                <a:t>Users enter text prompts</a:t>
              </a:r>
              <a:endParaRPr sz="1200" b="1" dirty="0">
                <a:solidFill>
                  <a:srgbClr val="4F4B5F"/>
                </a:solidFill>
              </a:endParaRPr>
            </a:p>
          </p:txBody>
        </p:sp>
        <p:sp>
          <p:nvSpPr>
            <p:cNvPr id="1028" name="Google Shape;1028;p65"/>
            <p:cNvSpPr txBox="1"/>
            <p:nvPr/>
          </p:nvSpPr>
          <p:spPr>
            <a:xfrm>
              <a:off x="2990747" y="2833183"/>
              <a:ext cx="10131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D5930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02</a:t>
              </a:r>
              <a:endParaRPr sz="3000" b="1">
                <a:solidFill>
                  <a:srgbClr val="1D5930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29" name="Google Shape;1029;p65"/>
            <p:cNvCxnSpPr/>
            <p:nvPr/>
          </p:nvCxnSpPr>
          <p:spPr>
            <a:xfrm>
              <a:off x="2912688" y="1504780"/>
              <a:ext cx="0" cy="21633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65"/>
            <p:cNvSpPr txBox="1"/>
            <p:nvPr/>
          </p:nvSpPr>
          <p:spPr>
            <a:xfrm>
              <a:off x="2990732" y="2194865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D5930"/>
                  </a:solidFill>
                </a:rPr>
                <a:t>AI generates unique images</a:t>
              </a:r>
              <a:endParaRPr sz="1200" b="1">
                <a:solidFill>
                  <a:srgbClr val="1D5930"/>
                </a:solidFill>
              </a:endParaRPr>
            </a:p>
          </p:txBody>
        </p:sp>
        <p:sp>
          <p:nvSpPr>
            <p:cNvPr id="1031" name="Google Shape;1031;p65"/>
            <p:cNvSpPr txBox="1"/>
            <p:nvPr/>
          </p:nvSpPr>
          <p:spPr>
            <a:xfrm>
              <a:off x="4804868" y="1939579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E5622B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03</a:t>
              </a:r>
              <a:endParaRPr sz="3000" b="1">
                <a:solidFill>
                  <a:srgbClr val="E5622B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32" name="Google Shape;1032;p65"/>
            <p:cNvCxnSpPr/>
            <p:nvPr/>
          </p:nvCxnSpPr>
          <p:spPr>
            <a:xfrm>
              <a:off x="4679363" y="1597763"/>
              <a:ext cx="0" cy="20550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3" name="Google Shape;1033;p65"/>
            <p:cNvSpPr txBox="1"/>
            <p:nvPr/>
          </p:nvSpPr>
          <p:spPr>
            <a:xfrm>
              <a:off x="4810563" y="2960826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E5622B"/>
                  </a:solidFill>
                </a:rPr>
                <a:t>Fast and automated process</a:t>
              </a:r>
              <a:endParaRPr sz="1200" b="1">
                <a:solidFill>
                  <a:srgbClr val="E5622B"/>
                </a:solidFill>
              </a:endParaRPr>
            </a:p>
          </p:txBody>
        </p:sp>
        <p:sp>
          <p:nvSpPr>
            <p:cNvPr id="1034" name="Google Shape;1034;p65"/>
            <p:cNvSpPr txBox="1"/>
            <p:nvPr/>
          </p:nvSpPr>
          <p:spPr>
            <a:xfrm>
              <a:off x="6535416" y="2833183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684BA9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04</a:t>
              </a:r>
              <a:endParaRPr sz="3000" b="1">
                <a:solidFill>
                  <a:srgbClr val="684BA9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35" name="Google Shape;1035;p65"/>
            <p:cNvCxnSpPr/>
            <p:nvPr/>
          </p:nvCxnSpPr>
          <p:spPr>
            <a:xfrm>
              <a:off x="6457400" y="1504788"/>
              <a:ext cx="0" cy="21525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6" name="Google Shape;1036;p65"/>
            <p:cNvSpPr txBox="1"/>
            <p:nvPr/>
          </p:nvSpPr>
          <p:spPr>
            <a:xfrm>
              <a:off x="6555569" y="2045018"/>
              <a:ext cx="1491600" cy="66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84BA9"/>
                  </a:solidFill>
                </a:rPr>
                <a:t>Suitable for branding and creativity</a:t>
              </a:r>
              <a:endParaRPr sz="1200" b="1">
                <a:solidFill>
                  <a:srgbClr val="684BA9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6"/>
          <p:cNvSpPr txBox="1"/>
          <p:nvPr/>
        </p:nvSpPr>
        <p:spPr>
          <a:xfrm>
            <a:off x="2292690" y="-122364"/>
            <a:ext cx="4708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AI Blog Title Generator</a:t>
            </a:r>
            <a:endParaRPr sz="3200" b="1" dirty="0"/>
          </a:p>
        </p:txBody>
      </p:sp>
      <p:grpSp>
        <p:nvGrpSpPr>
          <p:cNvPr id="1042" name="Google Shape;1042;p66"/>
          <p:cNvGrpSpPr/>
          <p:nvPr/>
        </p:nvGrpSpPr>
        <p:grpSpPr>
          <a:xfrm>
            <a:off x="993710" y="3794611"/>
            <a:ext cx="7306459" cy="1477101"/>
            <a:chOff x="1134675" y="1504780"/>
            <a:chExt cx="6763988" cy="2163300"/>
          </a:xfrm>
        </p:grpSpPr>
        <p:sp>
          <p:nvSpPr>
            <p:cNvPr id="1043" name="Google Shape;1043;p66"/>
            <p:cNvSpPr txBox="1"/>
            <p:nvPr/>
          </p:nvSpPr>
          <p:spPr>
            <a:xfrm>
              <a:off x="1174546" y="1900118"/>
              <a:ext cx="603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4F4B5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01</a:t>
              </a:r>
              <a:endParaRPr sz="3000" b="1">
                <a:solidFill>
                  <a:srgbClr val="4F4B5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44" name="Google Shape;1044;p66"/>
            <p:cNvCxnSpPr/>
            <p:nvPr/>
          </p:nvCxnSpPr>
          <p:spPr>
            <a:xfrm>
              <a:off x="1134675" y="1528325"/>
              <a:ext cx="0" cy="21291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45" name="Google Shape;1045;p66"/>
            <p:cNvSpPr txBox="1"/>
            <p:nvPr/>
          </p:nvSpPr>
          <p:spPr>
            <a:xfrm>
              <a:off x="1174552" y="2891185"/>
              <a:ext cx="149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4F4B5F"/>
                  </a:solidFill>
                </a:rPr>
                <a:t>Users enter keywords or topic</a:t>
              </a:r>
              <a:endParaRPr sz="1200" b="1" dirty="0">
                <a:solidFill>
                  <a:srgbClr val="4F4B5F"/>
                </a:solidFill>
              </a:endParaRPr>
            </a:p>
          </p:txBody>
        </p:sp>
        <p:sp>
          <p:nvSpPr>
            <p:cNvPr id="1046" name="Google Shape;1046;p66"/>
            <p:cNvSpPr txBox="1"/>
            <p:nvPr/>
          </p:nvSpPr>
          <p:spPr>
            <a:xfrm>
              <a:off x="2990747" y="2833183"/>
              <a:ext cx="10131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D5930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02</a:t>
              </a:r>
              <a:endParaRPr sz="3000" b="1">
                <a:solidFill>
                  <a:srgbClr val="1D5930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47" name="Google Shape;1047;p66"/>
            <p:cNvCxnSpPr/>
            <p:nvPr/>
          </p:nvCxnSpPr>
          <p:spPr>
            <a:xfrm>
              <a:off x="2912688" y="1504780"/>
              <a:ext cx="0" cy="21633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48" name="Google Shape;1048;p66"/>
            <p:cNvSpPr txBox="1"/>
            <p:nvPr/>
          </p:nvSpPr>
          <p:spPr>
            <a:xfrm>
              <a:off x="2990732" y="2162168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D5930"/>
                  </a:solidFill>
                </a:rPr>
                <a:t>Multiple creative options provided</a:t>
              </a:r>
              <a:endParaRPr sz="1200" b="1">
                <a:solidFill>
                  <a:srgbClr val="1D5930"/>
                </a:solidFill>
              </a:endParaRPr>
            </a:p>
          </p:txBody>
        </p:sp>
        <p:sp>
          <p:nvSpPr>
            <p:cNvPr id="1049" name="Google Shape;1049;p66"/>
            <p:cNvSpPr txBox="1"/>
            <p:nvPr/>
          </p:nvSpPr>
          <p:spPr>
            <a:xfrm>
              <a:off x="4804868" y="1939579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E5622B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03</a:t>
              </a:r>
              <a:endParaRPr sz="3000" b="1">
                <a:solidFill>
                  <a:srgbClr val="E5622B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50" name="Google Shape;1050;p66"/>
            <p:cNvCxnSpPr/>
            <p:nvPr/>
          </p:nvCxnSpPr>
          <p:spPr>
            <a:xfrm>
              <a:off x="4679363" y="1597763"/>
              <a:ext cx="0" cy="20550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1" name="Google Shape;1051;p66"/>
            <p:cNvSpPr txBox="1"/>
            <p:nvPr/>
          </p:nvSpPr>
          <p:spPr>
            <a:xfrm>
              <a:off x="4810563" y="2960826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E5622B"/>
                  </a:solidFill>
                </a:rPr>
                <a:t>AI suggests SEO-friendly titles</a:t>
              </a:r>
              <a:endParaRPr sz="1200" b="1">
                <a:solidFill>
                  <a:srgbClr val="E5622B"/>
                </a:solidFill>
              </a:endParaRPr>
            </a:p>
          </p:txBody>
        </p:sp>
        <p:sp>
          <p:nvSpPr>
            <p:cNvPr id="1052" name="Google Shape;1052;p66"/>
            <p:cNvSpPr txBox="1"/>
            <p:nvPr/>
          </p:nvSpPr>
          <p:spPr>
            <a:xfrm>
              <a:off x="6535416" y="2833183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684BA9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04</a:t>
              </a:r>
              <a:endParaRPr sz="3000" b="1">
                <a:solidFill>
                  <a:srgbClr val="684BA9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53" name="Google Shape;1053;p66"/>
            <p:cNvCxnSpPr/>
            <p:nvPr/>
          </p:nvCxnSpPr>
          <p:spPr>
            <a:xfrm>
              <a:off x="6457400" y="1504788"/>
              <a:ext cx="0" cy="21525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4" name="Google Shape;1054;p66"/>
            <p:cNvSpPr txBox="1"/>
            <p:nvPr/>
          </p:nvSpPr>
          <p:spPr>
            <a:xfrm>
              <a:off x="6555563" y="2045018"/>
              <a:ext cx="1343100" cy="66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84BA9"/>
                  </a:solidFill>
                </a:rPr>
                <a:t>Easy copy and reuse</a:t>
              </a:r>
              <a:endParaRPr sz="1200" b="1">
                <a:solidFill>
                  <a:srgbClr val="684BA9"/>
                </a:solidFill>
              </a:endParaRPr>
            </a:p>
          </p:txBody>
        </p:sp>
      </p:grpSp>
      <p:pic>
        <p:nvPicPr>
          <p:cNvPr id="1055" name="Google Shape;1055;p66" title="WhatsApp Image 2025-12-22 at 3.02.25 AM.jpeg"/>
          <p:cNvPicPr preferRelativeResize="0"/>
          <p:nvPr/>
        </p:nvPicPr>
        <p:blipFill rotWithShape="1">
          <a:blip r:embed="rId3">
            <a:alphaModFix/>
          </a:blip>
          <a:srcRect r="14799"/>
          <a:stretch/>
        </p:blipFill>
        <p:spPr>
          <a:xfrm>
            <a:off x="751840" y="525563"/>
            <a:ext cx="7790200" cy="340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/>
          <p:nvPr/>
        </p:nvSpPr>
        <p:spPr>
          <a:xfrm>
            <a:off x="2897784" y="-176639"/>
            <a:ext cx="3326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User Dashboard</a:t>
            </a:r>
            <a:endParaRPr sz="3200" b="1" dirty="0"/>
          </a:p>
        </p:txBody>
      </p:sp>
      <p:grpSp>
        <p:nvGrpSpPr>
          <p:cNvPr id="1061" name="Google Shape;1061;p67"/>
          <p:cNvGrpSpPr/>
          <p:nvPr/>
        </p:nvGrpSpPr>
        <p:grpSpPr>
          <a:xfrm>
            <a:off x="918770" y="3780773"/>
            <a:ext cx="7306459" cy="1477101"/>
            <a:chOff x="1134675" y="1504780"/>
            <a:chExt cx="6763988" cy="2163300"/>
          </a:xfrm>
        </p:grpSpPr>
        <p:sp>
          <p:nvSpPr>
            <p:cNvPr id="1062" name="Google Shape;1062;p67"/>
            <p:cNvSpPr txBox="1"/>
            <p:nvPr/>
          </p:nvSpPr>
          <p:spPr>
            <a:xfrm>
              <a:off x="1174546" y="1900118"/>
              <a:ext cx="603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rgbClr val="4F4B5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01</a:t>
              </a:r>
              <a:endParaRPr sz="3000" b="1" dirty="0">
                <a:solidFill>
                  <a:srgbClr val="4F4B5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63" name="Google Shape;1063;p67"/>
            <p:cNvCxnSpPr/>
            <p:nvPr/>
          </p:nvCxnSpPr>
          <p:spPr>
            <a:xfrm>
              <a:off x="1134675" y="1528325"/>
              <a:ext cx="0" cy="21291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4" name="Google Shape;1064;p67"/>
            <p:cNvSpPr txBox="1"/>
            <p:nvPr/>
          </p:nvSpPr>
          <p:spPr>
            <a:xfrm>
              <a:off x="1174552" y="2891185"/>
              <a:ext cx="149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4F4B5F"/>
                  </a:solidFill>
                </a:rPr>
                <a:t>Displays generated images and titles</a:t>
              </a:r>
              <a:endParaRPr sz="1200" b="1" dirty="0">
                <a:solidFill>
                  <a:srgbClr val="4F4B5F"/>
                </a:solidFill>
              </a:endParaRPr>
            </a:p>
          </p:txBody>
        </p:sp>
        <p:sp>
          <p:nvSpPr>
            <p:cNvPr id="1065" name="Google Shape;1065;p67"/>
            <p:cNvSpPr txBox="1"/>
            <p:nvPr/>
          </p:nvSpPr>
          <p:spPr>
            <a:xfrm>
              <a:off x="2990747" y="2833183"/>
              <a:ext cx="10131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rgbClr val="1D5930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02</a:t>
              </a:r>
              <a:endParaRPr sz="3000" b="1" dirty="0">
                <a:solidFill>
                  <a:srgbClr val="1D5930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66" name="Google Shape;1066;p67"/>
            <p:cNvCxnSpPr/>
            <p:nvPr/>
          </p:nvCxnSpPr>
          <p:spPr>
            <a:xfrm>
              <a:off x="2912688" y="1504780"/>
              <a:ext cx="0" cy="21633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7" name="Google Shape;1067;p67"/>
            <p:cNvSpPr txBox="1"/>
            <p:nvPr/>
          </p:nvSpPr>
          <p:spPr>
            <a:xfrm>
              <a:off x="2990732" y="2194865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1D5930"/>
                  </a:solidFill>
                </a:rPr>
                <a:t>Stores content history</a:t>
              </a:r>
              <a:endParaRPr sz="1200" b="1" dirty="0">
                <a:solidFill>
                  <a:srgbClr val="1D5930"/>
                </a:solidFill>
              </a:endParaRPr>
            </a:p>
          </p:txBody>
        </p:sp>
        <p:sp>
          <p:nvSpPr>
            <p:cNvPr id="1068" name="Google Shape;1068;p67"/>
            <p:cNvSpPr txBox="1"/>
            <p:nvPr/>
          </p:nvSpPr>
          <p:spPr>
            <a:xfrm>
              <a:off x="4804868" y="1939579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E5622B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03</a:t>
              </a:r>
              <a:endParaRPr sz="3000" b="1">
                <a:solidFill>
                  <a:srgbClr val="E5622B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69" name="Google Shape;1069;p67"/>
            <p:cNvCxnSpPr/>
            <p:nvPr/>
          </p:nvCxnSpPr>
          <p:spPr>
            <a:xfrm>
              <a:off x="4679363" y="1597763"/>
              <a:ext cx="0" cy="20550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0" name="Google Shape;1070;p67"/>
            <p:cNvSpPr txBox="1"/>
            <p:nvPr/>
          </p:nvSpPr>
          <p:spPr>
            <a:xfrm>
              <a:off x="4810563" y="2960826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E5622B"/>
                  </a:solidFill>
                </a:rPr>
                <a:t>Easy navigation and content management</a:t>
              </a:r>
              <a:endParaRPr sz="1200" b="1">
                <a:solidFill>
                  <a:srgbClr val="E5622B"/>
                </a:solidFill>
              </a:endParaRPr>
            </a:p>
          </p:txBody>
        </p:sp>
        <p:sp>
          <p:nvSpPr>
            <p:cNvPr id="1071" name="Google Shape;1071;p67"/>
            <p:cNvSpPr txBox="1"/>
            <p:nvPr/>
          </p:nvSpPr>
          <p:spPr>
            <a:xfrm>
              <a:off x="6535416" y="2833183"/>
              <a:ext cx="8757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684BA9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04</a:t>
              </a:r>
              <a:endParaRPr sz="3000" b="1">
                <a:solidFill>
                  <a:srgbClr val="684BA9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1072" name="Google Shape;1072;p67"/>
            <p:cNvCxnSpPr/>
            <p:nvPr/>
          </p:nvCxnSpPr>
          <p:spPr>
            <a:xfrm>
              <a:off x="6457400" y="1504788"/>
              <a:ext cx="0" cy="2152500"/>
            </a:xfrm>
            <a:prstGeom prst="straightConnector1">
              <a:avLst/>
            </a:prstGeom>
            <a:noFill/>
            <a:ln w="1520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3" name="Google Shape;1073;p67"/>
            <p:cNvSpPr txBox="1"/>
            <p:nvPr/>
          </p:nvSpPr>
          <p:spPr>
            <a:xfrm>
              <a:off x="6555563" y="2045018"/>
              <a:ext cx="1343100" cy="66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84BA9"/>
                  </a:solidFill>
                </a:rPr>
                <a:t>Personalized user experience</a:t>
              </a:r>
              <a:endParaRPr sz="1200" b="1">
                <a:solidFill>
                  <a:srgbClr val="684BA9"/>
                </a:solidFill>
              </a:endParaRPr>
            </a:p>
          </p:txBody>
        </p:sp>
      </p:grpSp>
      <p:pic>
        <p:nvPicPr>
          <p:cNvPr id="1074" name="Google Shape;1074;p67" title="WhatsApp Image 2025-12-22 at 3.14.37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626" y="432741"/>
            <a:ext cx="7868852" cy="3533221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8"/>
          <p:cNvSpPr txBox="1"/>
          <p:nvPr/>
        </p:nvSpPr>
        <p:spPr>
          <a:xfrm>
            <a:off x="606874" y="259160"/>
            <a:ext cx="6034483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Conclusion &amp; Future Scope</a:t>
            </a:r>
            <a:endParaRPr sz="3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0" name="Google Shape;1080;p68"/>
          <p:cNvGrpSpPr/>
          <p:nvPr/>
        </p:nvGrpSpPr>
        <p:grpSpPr>
          <a:xfrm>
            <a:off x="529594" y="1258909"/>
            <a:ext cx="3754129" cy="3282851"/>
            <a:chOff x="2428800" y="521250"/>
            <a:chExt cx="4286400" cy="4101000"/>
          </a:xfrm>
        </p:grpSpPr>
        <p:sp>
          <p:nvSpPr>
            <p:cNvPr id="1081" name="Google Shape;1081;p68"/>
            <p:cNvSpPr/>
            <p:nvPr/>
          </p:nvSpPr>
          <p:spPr>
            <a:xfrm>
              <a:off x="2428800" y="521250"/>
              <a:ext cx="4286400" cy="4101000"/>
            </a:xfrm>
            <a:prstGeom prst="roundRect">
              <a:avLst>
                <a:gd name="adj" fmla="val 16667"/>
              </a:avLst>
            </a:prstGeom>
            <a:solidFill>
              <a:srgbClr val="766D68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75" tIns="73175" rIns="73175" bIns="73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0"/>
                <a:buFont typeface="Arial"/>
                <a:buNone/>
              </a:pPr>
              <a:endParaRPr sz="11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8"/>
            <p:cNvSpPr txBox="1"/>
            <p:nvPr/>
          </p:nvSpPr>
          <p:spPr>
            <a:xfrm>
              <a:off x="2665500" y="722049"/>
              <a:ext cx="3813000" cy="1315500"/>
            </a:xfrm>
            <a:prstGeom prst="rect">
              <a:avLst/>
            </a:prstGeom>
            <a:solidFill>
              <a:srgbClr val="766D68"/>
            </a:solidFill>
            <a:ln>
              <a:noFill/>
            </a:ln>
          </p:spPr>
          <p:txBody>
            <a:bodyPr spcFirstLastPara="1" wrap="square" lIns="73175" tIns="73175" rIns="73175" bIns="731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lang="en" sz="3500" b="0" i="0" u="none" strike="noStrike" cap="none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500" b="0" i="0" u="none" strike="noStrike" cap="none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8"/>
            <p:cNvSpPr txBox="1"/>
            <p:nvPr/>
          </p:nvSpPr>
          <p:spPr>
            <a:xfrm>
              <a:off x="2596698" y="1866589"/>
              <a:ext cx="3813000" cy="2413500"/>
            </a:xfrm>
            <a:prstGeom prst="rect">
              <a:avLst/>
            </a:prstGeom>
            <a:solidFill>
              <a:srgbClr val="766D68"/>
            </a:solidFill>
            <a:ln>
              <a:noFill/>
            </a:ln>
          </p:spPr>
          <p:txBody>
            <a:bodyPr spcFirstLastPara="1" wrap="square" lIns="73175" tIns="73175" rIns="73175" bIns="73175" anchor="t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AIVORA successfully integrates AI with SaaS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762000" marR="0" lvl="0" indent="-228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+mj-lt"/>
                <a:buAutoNum type="arabicPeriod"/>
              </a:pP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4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Simplifies content creation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04800" marR="0" lvl="0" indent="-228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+mj-lt"/>
                <a:buAutoNum type="arabicPeriod"/>
              </a:pP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Saves time and manual effort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68"/>
          <p:cNvGrpSpPr/>
          <p:nvPr/>
        </p:nvGrpSpPr>
        <p:grpSpPr>
          <a:xfrm>
            <a:off x="4579092" y="1258910"/>
            <a:ext cx="3754129" cy="3282851"/>
            <a:chOff x="2428800" y="521250"/>
            <a:chExt cx="4286400" cy="4101000"/>
          </a:xfrm>
        </p:grpSpPr>
        <p:sp>
          <p:nvSpPr>
            <p:cNvPr id="1085" name="Google Shape;1085;p68"/>
            <p:cNvSpPr/>
            <p:nvPr/>
          </p:nvSpPr>
          <p:spPr>
            <a:xfrm>
              <a:off x="2428800" y="521250"/>
              <a:ext cx="4286400" cy="4101000"/>
            </a:xfrm>
            <a:prstGeom prst="roundRect">
              <a:avLst>
                <a:gd name="adj" fmla="val 16667"/>
              </a:avLst>
            </a:prstGeom>
            <a:solidFill>
              <a:srgbClr val="83765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75" tIns="73175" rIns="73175" bIns="73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0"/>
                <a:buFont typeface="Arial"/>
                <a:buNone/>
              </a:pPr>
              <a:endParaRPr sz="11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8"/>
            <p:cNvSpPr txBox="1"/>
            <p:nvPr/>
          </p:nvSpPr>
          <p:spPr>
            <a:xfrm>
              <a:off x="2665506" y="722062"/>
              <a:ext cx="3812995" cy="1315500"/>
            </a:xfrm>
            <a:prstGeom prst="rect">
              <a:avLst/>
            </a:prstGeom>
            <a:solidFill>
              <a:srgbClr val="837659"/>
            </a:solidFill>
            <a:ln>
              <a:noFill/>
            </a:ln>
          </p:spPr>
          <p:txBody>
            <a:bodyPr spcFirstLastPara="1" wrap="square" lIns="73175" tIns="73175" rIns="73175" bIns="731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lang="en" sz="3500" b="0" i="0" u="none" strike="noStrike" cap="none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Future Scope</a:t>
              </a:r>
              <a:endParaRPr sz="3500" b="0" i="0" u="none" strike="noStrike" cap="none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8"/>
            <p:cNvSpPr txBox="1"/>
            <p:nvPr/>
          </p:nvSpPr>
          <p:spPr>
            <a:xfrm>
              <a:off x="2665500" y="1979025"/>
              <a:ext cx="3813000" cy="2413500"/>
            </a:xfrm>
            <a:prstGeom prst="rect">
              <a:avLst/>
            </a:prstGeom>
            <a:solidFill>
              <a:srgbClr val="837659"/>
            </a:solidFill>
            <a:ln>
              <a:noFill/>
            </a:ln>
          </p:spPr>
          <p:txBody>
            <a:bodyPr spcFirstLastPara="1" wrap="square" lIns="73175" tIns="73175" rIns="73175" bIns="73175" anchor="t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Mobile application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762000" marR="0" lvl="0" indent="-228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+mj-lt"/>
                <a:buAutoNum type="arabicPeriod"/>
              </a:pP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Subscription &amp; billing system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762000" marR="0" lvl="0" indent="-228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+mj-lt"/>
                <a:buAutoNum type="arabicPeriod"/>
              </a:pP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Advanced AI customization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762000" marR="0" lvl="0" indent="-228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+mj-lt"/>
                <a:buAutoNum type="arabicPeriod"/>
              </a:pP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6F6F1"/>
                </a:buClr>
                <a:buSzPts val="1200"/>
                <a:buFont typeface="+mj-lt"/>
                <a:buAutoNum type="arabicPeriod"/>
              </a:pPr>
              <a:r>
                <a:rPr lang="en" sz="1200" b="0" i="0" u="none" strike="noStrike" cap="none" dirty="0">
                  <a:solidFill>
                    <a:srgbClr val="F6F6F1"/>
                  </a:solidFill>
                  <a:latin typeface="Arial"/>
                  <a:ea typeface="Arial"/>
                  <a:cs typeface="Arial"/>
                  <a:sym typeface="Arial"/>
                </a:rPr>
                <a:t>Social media publishing integration</a:t>
              </a:r>
              <a:endParaRPr sz="1200" b="0" i="0" u="none" strike="noStrike" cap="none" dirty="0">
                <a:solidFill>
                  <a:srgbClr val="F6F6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68"/>
          <p:cNvSpPr txBox="1">
            <a:spLocks noGrp="1"/>
          </p:cNvSpPr>
          <p:nvPr>
            <p:ph type="title" idx="2"/>
          </p:nvPr>
        </p:nvSpPr>
        <p:spPr>
          <a:xfrm>
            <a:off x="57418" y="104381"/>
            <a:ext cx="7611951" cy="782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 and Future Scope</a:t>
            </a:r>
            <a:endParaRPr sz="3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529</Words>
  <Application>Microsoft Office PowerPoint</Application>
  <PresentationFormat>On-screen Show (16:9)</PresentationFormat>
  <Paragraphs>145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Sora Medium</vt:lpstr>
      <vt:lpstr>IBM Plex Sans SemiBold</vt:lpstr>
      <vt:lpstr>Chakra Petch</vt:lpstr>
      <vt:lpstr>IBM Plex Sans Medium</vt:lpstr>
      <vt:lpstr>Times New Roman</vt:lpstr>
      <vt:lpstr>Bricolage Grotesque</vt:lpstr>
      <vt:lpstr>Sora</vt:lpstr>
      <vt:lpstr>IBM Plex Sans</vt:lpstr>
      <vt:lpstr>Arial</vt:lpstr>
      <vt:lpstr>Sora SemiBold</vt:lpstr>
      <vt:lpstr>Sora ExtraLight</vt:lpstr>
      <vt:lpstr>Sora Light</vt:lpstr>
      <vt:lpstr>GEOMETRIC OVERLAYS</vt:lpstr>
      <vt:lpstr>PowerPoint Presentation</vt:lpstr>
      <vt:lpstr>PowerPoint Presentation</vt:lpstr>
      <vt:lpstr>Contents</vt:lpstr>
      <vt:lpstr>Introduction</vt:lpstr>
      <vt:lpstr>Overview of AIVORA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Overview</vt:lpstr>
      <vt:lpstr>PowerPoint Presentation</vt:lpstr>
      <vt:lpstr>PowerPoint Presentation</vt:lpstr>
      <vt:lpstr>PowerPoint Presentation</vt:lpstr>
      <vt:lpstr>PowerPoint Presentation</vt:lpstr>
      <vt:lpstr>Conclusion and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Manisha Bhuiya</cp:lastModifiedBy>
  <cp:revision>2</cp:revision>
  <dcterms:modified xsi:type="dcterms:W3CDTF">2025-12-22T12:30:41Z</dcterms:modified>
</cp:coreProperties>
</file>